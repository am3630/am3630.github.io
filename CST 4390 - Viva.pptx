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lahi A Mohamed" userId="c430e075-143d-4c4e-aa38-3a12d6cbbf0b" providerId="ADAL" clId="{95C8B97A-8A74-46B1-A093-D2D903AA1622}"/>
    <pc:docChg chg="modSld">
      <pc:chgData name="Abdullahi A Mohamed" userId="c430e075-143d-4c4e-aa38-3a12d6cbbf0b" providerId="ADAL" clId="{95C8B97A-8A74-46B1-A093-D2D903AA1622}" dt="2025-09-18T07:51:36.174" v="31" actId="20577"/>
      <pc:docMkLst>
        <pc:docMk/>
      </pc:docMkLst>
      <pc:sldChg chg="modSp mod">
        <pc:chgData name="Abdullahi A Mohamed" userId="c430e075-143d-4c4e-aa38-3a12d6cbbf0b" providerId="ADAL" clId="{95C8B97A-8A74-46B1-A093-D2D903AA1622}" dt="2025-09-11T09:28:54.132" v="15" actId="20577"/>
        <pc:sldMkLst>
          <pc:docMk/>
          <pc:sldMk cId="1138600477" sldId="257"/>
        </pc:sldMkLst>
        <pc:spChg chg="mod">
          <ac:chgData name="Abdullahi A Mohamed" userId="c430e075-143d-4c4e-aa38-3a12d6cbbf0b" providerId="ADAL" clId="{95C8B97A-8A74-46B1-A093-D2D903AA1622}" dt="2025-09-11T09:28:54.132" v="15" actId="20577"/>
          <ac:spMkLst>
            <pc:docMk/>
            <pc:sldMk cId="1138600477" sldId="257"/>
            <ac:spMk id="3" creationId="{28398048-FF99-9585-81FA-4FA4327E70F5}"/>
          </ac:spMkLst>
        </pc:spChg>
      </pc:sldChg>
      <pc:sldChg chg="modSp mod">
        <pc:chgData name="Abdullahi A Mohamed" userId="c430e075-143d-4c4e-aa38-3a12d6cbbf0b" providerId="ADAL" clId="{95C8B97A-8A74-46B1-A093-D2D903AA1622}" dt="2025-09-11T09:32:32.390" v="20" actId="1076"/>
        <pc:sldMkLst>
          <pc:docMk/>
          <pc:sldMk cId="3520364475" sldId="258"/>
        </pc:sldMkLst>
        <pc:spChg chg="mod">
          <ac:chgData name="Abdullahi A Mohamed" userId="c430e075-143d-4c4e-aa38-3a12d6cbbf0b" providerId="ADAL" clId="{95C8B97A-8A74-46B1-A093-D2D903AA1622}" dt="2025-09-11T09:32:32.390" v="20" actId="1076"/>
          <ac:spMkLst>
            <pc:docMk/>
            <pc:sldMk cId="3520364475" sldId="258"/>
            <ac:spMk id="2" creationId="{3BE18E7D-E3F3-EDA8-9452-F0820F386C5C}"/>
          </ac:spMkLst>
        </pc:spChg>
      </pc:sldChg>
      <pc:sldChg chg="modSp mod">
        <pc:chgData name="Abdullahi A Mohamed" userId="c430e075-143d-4c4e-aa38-3a12d6cbbf0b" providerId="ADAL" clId="{95C8B97A-8A74-46B1-A093-D2D903AA1622}" dt="2025-09-18T07:51:36.174" v="31" actId="20577"/>
        <pc:sldMkLst>
          <pc:docMk/>
          <pc:sldMk cId="2195610256" sldId="261"/>
        </pc:sldMkLst>
        <pc:spChg chg="mod">
          <ac:chgData name="Abdullahi A Mohamed" userId="c430e075-143d-4c4e-aa38-3a12d6cbbf0b" providerId="ADAL" clId="{95C8B97A-8A74-46B1-A093-D2D903AA1622}" dt="2025-09-18T07:49:10.212" v="25" actId="113"/>
          <ac:spMkLst>
            <pc:docMk/>
            <pc:sldMk cId="2195610256" sldId="261"/>
            <ac:spMk id="2" creationId="{E5A865B4-C0DE-E530-9C37-FAA69FDEA3C1}"/>
          </ac:spMkLst>
        </pc:spChg>
        <pc:spChg chg="mod">
          <ac:chgData name="Abdullahi A Mohamed" userId="c430e075-143d-4c4e-aa38-3a12d6cbbf0b" providerId="ADAL" clId="{95C8B97A-8A74-46B1-A093-D2D903AA1622}" dt="2025-09-18T07:51:36.174" v="31" actId="20577"/>
          <ac:spMkLst>
            <pc:docMk/>
            <pc:sldMk cId="2195610256" sldId="261"/>
            <ac:spMk id="3" creationId="{1F029845-4285-5D61-3C98-C9BFA34C0E16}"/>
          </ac:spMkLst>
        </pc:spChg>
      </pc:sldChg>
      <pc:sldChg chg="modSp mod">
        <pc:chgData name="Abdullahi A Mohamed" userId="c430e075-143d-4c4e-aa38-3a12d6cbbf0b" providerId="ADAL" clId="{95C8B97A-8A74-46B1-A093-D2D903AA1622}" dt="2025-09-18T07:48:56.371" v="21" actId="113"/>
        <pc:sldMkLst>
          <pc:docMk/>
          <pc:sldMk cId="559939711" sldId="262"/>
        </pc:sldMkLst>
        <pc:spChg chg="mod">
          <ac:chgData name="Abdullahi A Mohamed" userId="c430e075-143d-4c4e-aa38-3a12d6cbbf0b" providerId="ADAL" clId="{95C8B97A-8A74-46B1-A093-D2D903AA1622}" dt="2025-09-18T07:48:56.371" v="21" actId="113"/>
          <ac:spMkLst>
            <pc:docMk/>
            <pc:sldMk cId="559939711" sldId="262"/>
            <ac:spMk id="2" creationId="{86B96432-67F3-6BC9-311F-BB7C934F3151}"/>
          </ac:spMkLst>
        </pc:spChg>
      </pc:sldChg>
      <pc:sldChg chg="modSp mod">
        <pc:chgData name="Abdullahi A Mohamed" userId="c430e075-143d-4c4e-aa38-3a12d6cbbf0b" providerId="ADAL" clId="{95C8B97A-8A74-46B1-A093-D2D903AA1622}" dt="2025-09-18T07:49:00.852" v="22" actId="113"/>
        <pc:sldMkLst>
          <pc:docMk/>
          <pc:sldMk cId="2403088599" sldId="263"/>
        </pc:sldMkLst>
        <pc:spChg chg="mod">
          <ac:chgData name="Abdullahi A Mohamed" userId="c430e075-143d-4c4e-aa38-3a12d6cbbf0b" providerId="ADAL" clId="{95C8B97A-8A74-46B1-A093-D2D903AA1622}" dt="2025-09-18T07:49:00.852" v="22" actId="113"/>
          <ac:spMkLst>
            <pc:docMk/>
            <pc:sldMk cId="2403088599" sldId="263"/>
            <ac:spMk id="2" creationId="{5AE69799-B1C5-2C43-51A7-619F330832E8}"/>
          </ac:spMkLst>
        </pc:spChg>
      </pc:sldChg>
    </pc:docChg>
  </pc:docChgLst>
  <pc:docChgLst>
    <pc:chgData name="Abdullahi A Mohamed" userId="c430e075-143d-4c4e-aa38-3a12d6cbbf0b" providerId="ADAL" clId="{5AEA0CE8-9700-4D8E-99EB-A1D573A762E3}"/>
    <pc:docChg chg="undo custSel modSld">
      <pc:chgData name="Abdullahi A Mohamed" userId="c430e075-143d-4c4e-aa38-3a12d6cbbf0b" providerId="ADAL" clId="{5AEA0CE8-9700-4D8E-99EB-A1D573A762E3}" dt="2025-08-09T13:28:08.975" v="157" actId="14100"/>
      <pc:docMkLst>
        <pc:docMk/>
      </pc:docMkLst>
      <pc:sldChg chg="addSp modSp mod setBg addAnim">
        <pc:chgData name="Abdullahi A Mohamed" userId="c430e075-143d-4c4e-aa38-3a12d6cbbf0b" providerId="ADAL" clId="{5AEA0CE8-9700-4D8E-99EB-A1D573A762E3}" dt="2025-08-09T12:58:47.988" v="9"/>
        <pc:sldMkLst>
          <pc:docMk/>
          <pc:sldMk cId="2845731185" sldId="256"/>
        </pc:sldMkLst>
      </pc:sldChg>
      <pc:sldChg chg="addSp modSp mod setBg">
        <pc:chgData name="Abdullahi A Mohamed" userId="c430e075-143d-4c4e-aa38-3a12d6cbbf0b" providerId="ADAL" clId="{5AEA0CE8-9700-4D8E-99EB-A1D573A762E3}" dt="2025-08-09T12:58:59.739" v="10" actId="26606"/>
        <pc:sldMkLst>
          <pc:docMk/>
          <pc:sldMk cId="1138600477" sldId="257"/>
        </pc:sldMkLst>
      </pc:sldChg>
      <pc:sldChg chg="addSp delSp modSp mod setBg">
        <pc:chgData name="Abdullahi A Mohamed" userId="c430e075-143d-4c4e-aa38-3a12d6cbbf0b" providerId="ADAL" clId="{5AEA0CE8-9700-4D8E-99EB-A1D573A762E3}" dt="2025-08-09T13:28:08.975" v="157" actId="14100"/>
        <pc:sldMkLst>
          <pc:docMk/>
          <pc:sldMk cId="3520364475" sldId="258"/>
        </pc:sldMkLst>
      </pc:sldChg>
      <pc:sldChg chg="addSp delSp modSp mod setBg">
        <pc:chgData name="Abdullahi A Mohamed" userId="c430e075-143d-4c4e-aa38-3a12d6cbbf0b" providerId="ADAL" clId="{5AEA0CE8-9700-4D8E-99EB-A1D573A762E3}" dt="2025-08-09T13:01:52.518" v="49" actId="20577"/>
        <pc:sldMkLst>
          <pc:docMk/>
          <pc:sldMk cId="2655633861" sldId="259"/>
        </pc:sldMkLst>
      </pc:sldChg>
      <pc:sldChg chg="addSp delSp modSp mod setBg">
        <pc:chgData name="Abdullahi A Mohamed" userId="c430e075-143d-4c4e-aa38-3a12d6cbbf0b" providerId="ADAL" clId="{5AEA0CE8-9700-4D8E-99EB-A1D573A762E3}" dt="2025-08-09T13:18:26.861" v="142" actId="20577"/>
        <pc:sldMkLst>
          <pc:docMk/>
          <pc:sldMk cId="3023128709" sldId="260"/>
        </pc:sldMkLst>
      </pc:sldChg>
      <pc:sldChg chg="addSp delSp modSp mod setBg">
        <pc:chgData name="Abdullahi A Mohamed" userId="c430e075-143d-4c4e-aa38-3a12d6cbbf0b" providerId="ADAL" clId="{5AEA0CE8-9700-4D8E-99EB-A1D573A762E3}" dt="2025-08-09T13:12:25.635" v="89" actId="1076"/>
        <pc:sldMkLst>
          <pc:docMk/>
          <pc:sldMk cId="2195610256" sldId="261"/>
        </pc:sldMkLst>
      </pc:sldChg>
      <pc:sldChg chg="addSp modSp mod setBg">
        <pc:chgData name="Abdullahi A Mohamed" userId="c430e075-143d-4c4e-aa38-3a12d6cbbf0b" providerId="ADAL" clId="{5AEA0CE8-9700-4D8E-99EB-A1D573A762E3}" dt="2025-08-09T13:14:16.310" v="103" actId="14100"/>
        <pc:sldMkLst>
          <pc:docMk/>
          <pc:sldMk cId="559939711" sldId="262"/>
        </pc:sldMkLst>
      </pc:sldChg>
      <pc:sldChg chg="addSp modSp mod setBg">
        <pc:chgData name="Abdullahi A Mohamed" userId="c430e075-143d-4c4e-aa38-3a12d6cbbf0b" providerId="ADAL" clId="{5AEA0CE8-9700-4D8E-99EB-A1D573A762E3}" dt="2025-08-09T13:15:17.770" v="106" actId="1076"/>
        <pc:sldMkLst>
          <pc:docMk/>
          <pc:sldMk cId="2403088599" sldId="263"/>
        </pc:sldMkLst>
      </pc:sldChg>
      <pc:sldChg chg="addSp modSp mod setBg">
        <pc:chgData name="Abdullahi A Mohamed" userId="c430e075-143d-4c4e-aa38-3a12d6cbbf0b" providerId="ADAL" clId="{5AEA0CE8-9700-4D8E-99EB-A1D573A762E3}" dt="2025-08-09T13:16:37.779" v="110" actId="14100"/>
        <pc:sldMkLst>
          <pc:docMk/>
          <pc:sldMk cId="3566655408" sldId="264"/>
        </pc:sldMkLst>
      </pc:sldChg>
      <pc:sldChg chg="addSp delSp modSp mod setBg">
        <pc:chgData name="Abdullahi A Mohamed" userId="c430e075-143d-4c4e-aa38-3a12d6cbbf0b" providerId="ADAL" clId="{5AEA0CE8-9700-4D8E-99EB-A1D573A762E3}" dt="2025-08-09T13:16:49.692" v="113" actId="26606"/>
        <pc:sldMkLst>
          <pc:docMk/>
          <pc:sldMk cId="1712059376" sldId="265"/>
        </pc:sldMkLst>
      </pc:sldChg>
      <pc:sldChg chg="addSp delSp modSp mod setBg">
        <pc:chgData name="Abdullahi A Mohamed" userId="c430e075-143d-4c4e-aa38-3a12d6cbbf0b" providerId="ADAL" clId="{5AEA0CE8-9700-4D8E-99EB-A1D573A762E3}" dt="2025-08-09T13:17:09.294" v="130" actId="20577"/>
        <pc:sldMkLst>
          <pc:docMk/>
          <pc:sldMk cId="1889158670" sldId="266"/>
        </pc:sldMkLst>
      </pc:sldChg>
      <pc:sldChg chg="addSp delSp modSp mod setBg">
        <pc:chgData name="Abdullahi A Mohamed" userId="c430e075-143d-4c4e-aa38-3a12d6cbbf0b" providerId="ADAL" clId="{5AEA0CE8-9700-4D8E-99EB-A1D573A762E3}" dt="2025-08-09T13:18:04.813" v="138" actId="14100"/>
        <pc:sldMkLst>
          <pc:docMk/>
          <pc:sldMk cId="385134020" sldId="267"/>
        </pc:sldMkLst>
      </pc:sldChg>
      <pc:sldChg chg="addSp delSp modSp mod setBg">
        <pc:chgData name="Abdullahi A Mohamed" userId="c430e075-143d-4c4e-aa38-3a12d6cbbf0b" providerId="ADAL" clId="{5AEA0CE8-9700-4D8E-99EB-A1D573A762E3}" dt="2025-08-09T13:22:40.356" v="149" actId="26606"/>
        <pc:sldMkLst>
          <pc:docMk/>
          <pc:sldMk cId="3404048140" sldId="26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7DFD3E-458C-438C-B6F7-99585C6FAC2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CB3969-9F8A-4787-AA26-3F9D23EF3CB7}">
      <dgm:prSet/>
      <dgm:spPr/>
      <dgm:t>
        <a:bodyPr/>
        <a:lstStyle/>
        <a:p>
          <a:r>
            <a:rPr lang="en-US" b="0" i="0" baseline="0"/>
            <a:t>Sedentary behaviour linked to cardiovascular disease and cancer (Salman, 2019).</a:t>
          </a:r>
          <a:endParaRPr lang="en-US"/>
        </a:p>
      </dgm:t>
    </dgm:pt>
    <dgm:pt modelId="{9F64FAA4-7FAA-49B2-B42A-2034AC79466B}" type="parTrans" cxnId="{FA4B5A49-8698-4EC9-9D43-8EDFC208B4D3}">
      <dgm:prSet/>
      <dgm:spPr/>
      <dgm:t>
        <a:bodyPr/>
        <a:lstStyle/>
        <a:p>
          <a:endParaRPr lang="en-US"/>
        </a:p>
      </dgm:t>
    </dgm:pt>
    <dgm:pt modelId="{6ECD7B76-D440-4BA4-9F02-82DA23186B3C}" type="sibTrans" cxnId="{FA4B5A49-8698-4EC9-9D43-8EDFC208B4D3}">
      <dgm:prSet/>
      <dgm:spPr/>
      <dgm:t>
        <a:bodyPr/>
        <a:lstStyle/>
        <a:p>
          <a:endParaRPr lang="en-US"/>
        </a:p>
      </dgm:t>
    </dgm:pt>
    <dgm:pt modelId="{FE253B20-2999-4D8D-9666-8F3D1BA9FE72}">
      <dgm:prSet/>
      <dgm:spPr/>
      <dgm:t>
        <a:bodyPr/>
        <a:lstStyle/>
        <a:p>
          <a:r>
            <a:rPr lang="en-US" b="0" i="0" baseline="0"/>
            <a:t>Moderate exercise improves sleep quality (Wang, 2019).</a:t>
          </a:r>
          <a:endParaRPr lang="en-US"/>
        </a:p>
      </dgm:t>
    </dgm:pt>
    <dgm:pt modelId="{E9B49E20-9804-41C8-BE57-EFC565BF2492}" type="parTrans" cxnId="{96F1785A-80A4-46AB-8C51-7DDFF202057B}">
      <dgm:prSet/>
      <dgm:spPr/>
      <dgm:t>
        <a:bodyPr/>
        <a:lstStyle/>
        <a:p>
          <a:endParaRPr lang="en-US"/>
        </a:p>
      </dgm:t>
    </dgm:pt>
    <dgm:pt modelId="{21C620A3-2FFA-4BD6-8E9C-2FF1F361DB4C}" type="sibTrans" cxnId="{96F1785A-80A4-46AB-8C51-7DDFF202057B}">
      <dgm:prSet/>
      <dgm:spPr/>
      <dgm:t>
        <a:bodyPr/>
        <a:lstStyle/>
        <a:p>
          <a:endParaRPr lang="en-US"/>
        </a:p>
      </dgm:t>
    </dgm:pt>
    <dgm:pt modelId="{69169B87-5976-4B73-8C8F-D93C0F1F1C8C}">
      <dgm:prSet/>
      <dgm:spPr/>
      <dgm:t>
        <a:bodyPr/>
        <a:lstStyle/>
        <a:p>
          <a:r>
            <a:rPr lang="en-US" b="0" i="0" baseline="0" dirty="0"/>
            <a:t>Device use affects sleep and mood (Wang , 2019).</a:t>
          </a:r>
          <a:endParaRPr lang="en-US" dirty="0"/>
        </a:p>
      </dgm:t>
    </dgm:pt>
    <dgm:pt modelId="{A8FC689A-1343-4A07-A726-0B8F72F56B16}" type="parTrans" cxnId="{BE148525-D006-4814-A928-D6F39CC360EC}">
      <dgm:prSet/>
      <dgm:spPr/>
      <dgm:t>
        <a:bodyPr/>
        <a:lstStyle/>
        <a:p>
          <a:endParaRPr lang="en-US"/>
        </a:p>
      </dgm:t>
    </dgm:pt>
    <dgm:pt modelId="{0E0262FE-6F44-46EC-B9EA-D2D870F9FE5C}" type="sibTrans" cxnId="{BE148525-D006-4814-A928-D6F39CC360EC}">
      <dgm:prSet/>
      <dgm:spPr/>
      <dgm:t>
        <a:bodyPr/>
        <a:lstStyle/>
        <a:p>
          <a:endParaRPr lang="en-US"/>
        </a:p>
      </dgm:t>
    </dgm:pt>
    <dgm:pt modelId="{077F7F84-0F54-4BFA-AE93-5D638E791F45}">
      <dgm:prSet/>
      <dgm:spPr/>
      <dgm:t>
        <a:bodyPr/>
        <a:lstStyle/>
        <a:p>
          <a:r>
            <a:rPr lang="en-US" b="0" i="0" baseline="0"/>
            <a:t>Body image and social media can impact mental health (Merino, 2024).</a:t>
          </a:r>
          <a:endParaRPr lang="en-US"/>
        </a:p>
      </dgm:t>
    </dgm:pt>
    <dgm:pt modelId="{515C04A3-52A7-4FF6-A13E-B738DA417EDE}" type="parTrans" cxnId="{0862A240-E7AB-4251-817E-C69F74FB3821}">
      <dgm:prSet/>
      <dgm:spPr/>
      <dgm:t>
        <a:bodyPr/>
        <a:lstStyle/>
        <a:p>
          <a:endParaRPr lang="en-US"/>
        </a:p>
      </dgm:t>
    </dgm:pt>
    <dgm:pt modelId="{45DA58E3-8C6B-4B1F-8A31-538C75A002C0}" type="sibTrans" cxnId="{0862A240-E7AB-4251-817E-C69F74FB3821}">
      <dgm:prSet/>
      <dgm:spPr/>
      <dgm:t>
        <a:bodyPr/>
        <a:lstStyle/>
        <a:p>
          <a:endParaRPr lang="en-US"/>
        </a:p>
      </dgm:t>
    </dgm:pt>
    <dgm:pt modelId="{3D39C09B-0DF0-43EF-821E-2889FEEAB5EA}" type="pres">
      <dgm:prSet presAssocID="{D57DFD3E-458C-438C-B6F7-99585C6FAC21}" presName="outerComposite" presStyleCnt="0">
        <dgm:presLayoutVars>
          <dgm:chMax val="5"/>
          <dgm:dir/>
          <dgm:resizeHandles val="exact"/>
        </dgm:presLayoutVars>
      </dgm:prSet>
      <dgm:spPr/>
    </dgm:pt>
    <dgm:pt modelId="{66D67632-4A4B-48C0-AAD1-0AAC061530B5}" type="pres">
      <dgm:prSet presAssocID="{D57DFD3E-458C-438C-B6F7-99585C6FAC21}" presName="dummyMaxCanvas" presStyleCnt="0">
        <dgm:presLayoutVars/>
      </dgm:prSet>
      <dgm:spPr/>
    </dgm:pt>
    <dgm:pt modelId="{65A3158F-5317-42A1-9471-8D260A06601A}" type="pres">
      <dgm:prSet presAssocID="{D57DFD3E-458C-438C-B6F7-99585C6FAC21}" presName="FourNodes_1" presStyleLbl="node1" presStyleIdx="0" presStyleCnt="4">
        <dgm:presLayoutVars>
          <dgm:bulletEnabled val="1"/>
        </dgm:presLayoutVars>
      </dgm:prSet>
      <dgm:spPr/>
    </dgm:pt>
    <dgm:pt modelId="{592E5D9B-6CD5-4AC5-B016-AAAFDEC72BDB}" type="pres">
      <dgm:prSet presAssocID="{D57DFD3E-458C-438C-B6F7-99585C6FAC21}" presName="FourNodes_2" presStyleLbl="node1" presStyleIdx="1" presStyleCnt="4">
        <dgm:presLayoutVars>
          <dgm:bulletEnabled val="1"/>
        </dgm:presLayoutVars>
      </dgm:prSet>
      <dgm:spPr/>
    </dgm:pt>
    <dgm:pt modelId="{C894E461-96CD-4D09-84B8-CE6B27E81B60}" type="pres">
      <dgm:prSet presAssocID="{D57DFD3E-458C-438C-B6F7-99585C6FAC21}" presName="FourNodes_3" presStyleLbl="node1" presStyleIdx="2" presStyleCnt="4">
        <dgm:presLayoutVars>
          <dgm:bulletEnabled val="1"/>
        </dgm:presLayoutVars>
      </dgm:prSet>
      <dgm:spPr/>
    </dgm:pt>
    <dgm:pt modelId="{A52ED083-9824-46EC-ADC7-8D68B8BC9221}" type="pres">
      <dgm:prSet presAssocID="{D57DFD3E-458C-438C-B6F7-99585C6FAC21}" presName="FourNodes_4" presStyleLbl="node1" presStyleIdx="3" presStyleCnt="4">
        <dgm:presLayoutVars>
          <dgm:bulletEnabled val="1"/>
        </dgm:presLayoutVars>
      </dgm:prSet>
      <dgm:spPr/>
    </dgm:pt>
    <dgm:pt modelId="{D277A2CC-F289-45D2-BCA6-454F891D31B5}" type="pres">
      <dgm:prSet presAssocID="{D57DFD3E-458C-438C-B6F7-99585C6FAC21}" presName="FourConn_1-2" presStyleLbl="fgAccFollowNode1" presStyleIdx="0" presStyleCnt="3">
        <dgm:presLayoutVars>
          <dgm:bulletEnabled val="1"/>
        </dgm:presLayoutVars>
      </dgm:prSet>
      <dgm:spPr/>
    </dgm:pt>
    <dgm:pt modelId="{A61D0205-0677-44D4-BE1D-4E029F5129F4}" type="pres">
      <dgm:prSet presAssocID="{D57DFD3E-458C-438C-B6F7-99585C6FAC21}" presName="FourConn_2-3" presStyleLbl="fgAccFollowNode1" presStyleIdx="1" presStyleCnt="3">
        <dgm:presLayoutVars>
          <dgm:bulletEnabled val="1"/>
        </dgm:presLayoutVars>
      </dgm:prSet>
      <dgm:spPr/>
    </dgm:pt>
    <dgm:pt modelId="{DA924A42-A5F8-4FA0-B609-E199725C7BF5}" type="pres">
      <dgm:prSet presAssocID="{D57DFD3E-458C-438C-B6F7-99585C6FAC21}" presName="FourConn_3-4" presStyleLbl="fgAccFollowNode1" presStyleIdx="2" presStyleCnt="3">
        <dgm:presLayoutVars>
          <dgm:bulletEnabled val="1"/>
        </dgm:presLayoutVars>
      </dgm:prSet>
      <dgm:spPr/>
    </dgm:pt>
    <dgm:pt modelId="{B1D5AA79-1634-41DB-BE7E-84DE1275F593}" type="pres">
      <dgm:prSet presAssocID="{D57DFD3E-458C-438C-B6F7-99585C6FAC21}" presName="FourNodes_1_text" presStyleLbl="node1" presStyleIdx="3" presStyleCnt="4">
        <dgm:presLayoutVars>
          <dgm:bulletEnabled val="1"/>
        </dgm:presLayoutVars>
      </dgm:prSet>
      <dgm:spPr/>
    </dgm:pt>
    <dgm:pt modelId="{8AD7F513-2F80-4DA3-A44F-1A0C9BF49914}" type="pres">
      <dgm:prSet presAssocID="{D57DFD3E-458C-438C-B6F7-99585C6FAC21}" presName="FourNodes_2_text" presStyleLbl="node1" presStyleIdx="3" presStyleCnt="4">
        <dgm:presLayoutVars>
          <dgm:bulletEnabled val="1"/>
        </dgm:presLayoutVars>
      </dgm:prSet>
      <dgm:spPr/>
    </dgm:pt>
    <dgm:pt modelId="{212F27A1-FA01-4AF8-B7BF-A024C218D5A4}" type="pres">
      <dgm:prSet presAssocID="{D57DFD3E-458C-438C-B6F7-99585C6FAC21}" presName="FourNodes_3_text" presStyleLbl="node1" presStyleIdx="3" presStyleCnt="4">
        <dgm:presLayoutVars>
          <dgm:bulletEnabled val="1"/>
        </dgm:presLayoutVars>
      </dgm:prSet>
      <dgm:spPr/>
    </dgm:pt>
    <dgm:pt modelId="{3371FB62-1C99-4CC3-AA8D-09A1A0828B20}" type="pres">
      <dgm:prSet presAssocID="{D57DFD3E-458C-438C-B6F7-99585C6FAC2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8352100-B097-48C6-BEFF-AC96C62D39E4}" type="presOf" srcId="{69169B87-5976-4B73-8C8F-D93C0F1F1C8C}" destId="{C894E461-96CD-4D09-84B8-CE6B27E81B60}" srcOrd="0" destOrd="0" presId="urn:microsoft.com/office/officeart/2005/8/layout/vProcess5"/>
    <dgm:cxn modelId="{587A4504-DF70-44A5-9608-50CD1249B54D}" type="presOf" srcId="{40CB3969-9F8A-4787-AA26-3F9D23EF3CB7}" destId="{65A3158F-5317-42A1-9471-8D260A06601A}" srcOrd="0" destOrd="0" presId="urn:microsoft.com/office/officeart/2005/8/layout/vProcess5"/>
    <dgm:cxn modelId="{BE148525-D006-4814-A928-D6F39CC360EC}" srcId="{D57DFD3E-458C-438C-B6F7-99585C6FAC21}" destId="{69169B87-5976-4B73-8C8F-D93C0F1F1C8C}" srcOrd="2" destOrd="0" parTransId="{A8FC689A-1343-4A07-A726-0B8F72F56B16}" sibTransId="{0E0262FE-6F44-46EC-B9EA-D2D870F9FE5C}"/>
    <dgm:cxn modelId="{0862A240-E7AB-4251-817E-C69F74FB3821}" srcId="{D57DFD3E-458C-438C-B6F7-99585C6FAC21}" destId="{077F7F84-0F54-4BFA-AE93-5D638E791F45}" srcOrd="3" destOrd="0" parTransId="{515C04A3-52A7-4FF6-A13E-B738DA417EDE}" sibTransId="{45DA58E3-8C6B-4B1F-8A31-538C75A002C0}"/>
    <dgm:cxn modelId="{0AD6B55C-2499-4E32-9243-BB300AB82E13}" type="presOf" srcId="{077F7F84-0F54-4BFA-AE93-5D638E791F45}" destId="{A52ED083-9824-46EC-ADC7-8D68B8BC9221}" srcOrd="0" destOrd="0" presId="urn:microsoft.com/office/officeart/2005/8/layout/vProcess5"/>
    <dgm:cxn modelId="{DC549B5F-0348-48B5-B15E-BE38D1FC1BCC}" type="presOf" srcId="{69169B87-5976-4B73-8C8F-D93C0F1F1C8C}" destId="{212F27A1-FA01-4AF8-B7BF-A024C218D5A4}" srcOrd="1" destOrd="0" presId="urn:microsoft.com/office/officeart/2005/8/layout/vProcess5"/>
    <dgm:cxn modelId="{B42EEB67-97EE-41F7-B4D0-94BB54A59171}" type="presOf" srcId="{0E0262FE-6F44-46EC-B9EA-D2D870F9FE5C}" destId="{DA924A42-A5F8-4FA0-B609-E199725C7BF5}" srcOrd="0" destOrd="0" presId="urn:microsoft.com/office/officeart/2005/8/layout/vProcess5"/>
    <dgm:cxn modelId="{FA4B5A49-8698-4EC9-9D43-8EDFC208B4D3}" srcId="{D57DFD3E-458C-438C-B6F7-99585C6FAC21}" destId="{40CB3969-9F8A-4787-AA26-3F9D23EF3CB7}" srcOrd="0" destOrd="0" parTransId="{9F64FAA4-7FAA-49B2-B42A-2034AC79466B}" sibTransId="{6ECD7B76-D440-4BA4-9F02-82DA23186B3C}"/>
    <dgm:cxn modelId="{D01C194E-933A-43C2-8BBD-C45D1EE97743}" type="presOf" srcId="{077F7F84-0F54-4BFA-AE93-5D638E791F45}" destId="{3371FB62-1C99-4CC3-AA8D-09A1A0828B20}" srcOrd="1" destOrd="0" presId="urn:microsoft.com/office/officeart/2005/8/layout/vProcess5"/>
    <dgm:cxn modelId="{DF39644F-2D93-4497-9895-865491749A28}" type="presOf" srcId="{FE253B20-2999-4D8D-9666-8F3D1BA9FE72}" destId="{592E5D9B-6CD5-4AC5-B016-AAAFDEC72BDB}" srcOrd="0" destOrd="0" presId="urn:microsoft.com/office/officeart/2005/8/layout/vProcess5"/>
    <dgm:cxn modelId="{1C002479-4BA4-4C4E-92CD-C31892408115}" type="presOf" srcId="{D57DFD3E-458C-438C-B6F7-99585C6FAC21}" destId="{3D39C09B-0DF0-43EF-821E-2889FEEAB5EA}" srcOrd="0" destOrd="0" presId="urn:microsoft.com/office/officeart/2005/8/layout/vProcess5"/>
    <dgm:cxn modelId="{96F1785A-80A4-46AB-8C51-7DDFF202057B}" srcId="{D57DFD3E-458C-438C-B6F7-99585C6FAC21}" destId="{FE253B20-2999-4D8D-9666-8F3D1BA9FE72}" srcOrd="1" destOrd="0" parTransId="{E9B49E20-9804-41C8-BE57-EFC565BF2492}" sibTransId="{21C620A3-2FFA-4BD6-8E9C-2FF1F361DB4C}"/>
    <dgm:cxn modelId="{C8FD53AF-A9BF-4F4F-BB86-407482FCEA7C}" type="presOf" srcId="{FE253B20-2999-4D8D-9666-8F3D1BA9FE72}" destId="{8AD7F513-2F80-4DA3-A44F-1A0C9BF49914}" srcOrd="1" destOrd="0" presId="urn:microsoft.com/office/officeart/2005/8/layout/vProcess5"/>
    <dgm:cxn modelId="{05F57EAF-0081-4760-84A2-1DB11BC15DC4}" type="presOf" srcId="{21C620A3-2FFA-4BD6-8E9C-2FF1F361DB4C}" destId="{A61D0205-0677-44D4-BE1D-4E029F5129F4}" srcOrd="0" destOrd="0" presId="urn:microsoft.com/office/officeart/2005/8/layout/vProcess5"/>
    <dgm:cxn modelId="{FD2529CA-464B-434E-A82B-6E2609F5D9B6}" type="presOf" srcId="{6ECD7B76-D440-4BA4-9F02-82DA23186B3C}" destId="{D277A2CC-F289-45D2-BCA6-454F891D31B5}" srcOrd="0" destOrd="0" presId="urn:microsoft.com/office/officeart/2005/8/layout/vProcess5"/>
    <dgm:cxn modelId="{FF6C2ED7-2553-42B2-AB6E-C745E0742A4F}" type="presOf" srcId="{40CB3969-9F8A-4787-AA26-3F9D23EF3CB7}" destId="{B1D5AA79-1634-41DB-BE7E-84DE1275F593}" srcOrd="1" destOrd="0" presId="urn:microsoft.com/office/officeart/2005/8/layout/vProcess5"/>
    <dgm:cxn modelId="{4181A33A-ACEF-428B-BD2F-95058C0D860D}" type="presParOf" srcId="{3D39C09B-0DF0-43EF-821E-2889FEEAB5EA}" destId="{66D67632-4A4B-48C0-AAD1-0AAC061530B5}" srcOrd="0" destOrd="0" presId="urn:microsoft.com/office/officeart/2005/8/layout/vProcess5"/>
    <dgm:cxn modelId="{9969EF46-76FA-471A-8781-91DB6A42F491}" type="presParOf" srcId="{3D39C09B-0DF0-43EF-821E-2889FEEAB5EA}" destId="{65A3158F-5317-42A1-9471-8D260A06601A}" srcOrd="1" destOrd="0" presId="urn:microsoft.com/office/officeart/2005/8/layout/vProcess5"/>
    <dgm:cxn modelId="{9EF77359-498F-4D11-AFEB-B98300657CE7}" type="presParOf" srcId="{3D39C09B-0DF0-43EF-821E-2889FEEAB5EA}" destId="{592E5D9B-6CD5-4AC5-B016-AAAFDEC72BDB}" srcOrd="2" destOrd="0" presId="urn:microsoft.com/office/officeart/2005/8/layout/vProcess5"/>
    <dgm:cxn modelId="{A237E3C9-2EA0-418B-A78B-6E629DEDC577}" type="presParOf" srcId="{3D39C09B-0DF0-43EF-821E-2889FEEAB5EA}" destId="{C894E461-96CD-4D09-84B8-CE6B27E81B60}" srcOrd="3" destOrd="0" presId="urn:microsoft.com/office/officeart/2005/8/layout/vProcess5"/>
    <dgm:cxn modelId="{4CD6163E-2800-47DB-BFF5-1AEC2E5E842E}" type="presParOf" srcId="{3D39C09B-0DF0-43EF-821E-2889FEEAB5EA}" destId="{A52ED083-9824-46EC-ADC7-8D68B8BC9221}" srcOrd="4" destOrd="0" presId="urn:microsoft.com/office/officeart/2005/8/layout/vProcess5"/>
    <dgm:cxn modelId="{F596CF73-BCEC-4FC7-ADBB-D7D071968769}" type="presParOf" srcId="{3D39C09B-0DF0-43EF-821E-2889FEEAB5EA}" destId="{D277A2CC-F289-45D2-BCA6-454F891D31B5}" srcOrd="5" destOrd="0" presId="urn:microsoft.com/office/officeart/2005/8/layout/vProcess5"/>
    <dgm:cxn modelId="{710863C7-FA04-4806-84B7-CEF08CD296FF}" type="presParOf" srcId="{3D39C09B-0DF0-43EF-821E-2889FEEAB5EA}" destId="{A61D0205-0677-44D4-BE1D-4E029F5129F4}" srcOrd="6" destOrd="0" presId="urn:microsoft.com/office/officeart/2005/8/layout/vProcess5"/>
    <dgm:cxn modelId="{8405CE3E-C478-42BD-BACA-A537C79522EB}" type="presParOf" srcId="{3D39C09B-0DF0-43EF-821E-2889FEEAB5EA}" destId="{DA924A42-A5F8-4FA0-B609-E199725C7BF5}" srcOrd="7" destOrd="0" presId="urn:microsoft.com/office/officeart/2005/8/layout/vProcess5"/>
    <dgm:cxn modelId="{E45AE537-F5ED-4D30-9258-9B2838718E8F}" type="presParOf" srcId="{3D39C09B-0DF0-43EF-821E-2889FEEAB5EA}" destId="{B1D5AA79-1634-41DB-BE7E-84DE1275F593}" srcOrd="8" destOrd="0" presId="urn:microsoft.com/office/officeart/2005/8/layout/vProcess5"/>
    <dgm:cxn modelId="{6F58984F-5BE9-498B-9357-C297B216FA2F}" type="presParOf" srcId="{3D39C09B-0DF0-43EF-821E-2889FEEAB5EA}" destId="{8AD7F513-2F80-4DA3-A44F-1A0C9BF49914}" srcOrd="9" destOrd="0" presId="urn:microsoft.com/office/officeart/2005/8/layout/vProcess5"/>
    <dgm:cxn modelId="{D032754D-8E55-4B71-9940-DB9635599DB8}" type="presParOf" srcId="{3D39C09B-0DF0-43EF-821E-2889FEEAB5EA}" destId="{212F27A1-FA01-4AF8-B7BF-A024C218D5A4}" srcOrd="10" destOrd="0" presId="urn:microsoft.com/office/officeart/2005/8/layout/vProcess5"/>
    <dgm:cxn modelId="{61A1AF20-C7CF-4438-9B99-8DF3AA83013C}" type="presParOf" srcId="{3D39C09B-0DF0-43EF-821E-2889FEEAB5EA}" destId="{3371FB62-1C99-4CC3-AA8D-09A1A0828B2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25969A-F830-46E2-9812-536B052EA0F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054E7FE-6531-4DFC-86DD-7B7065A442FC}">
      <dgm:prSet/>
      <dgm:spPr/>
      <dgm:t>
        <a:bodyPr/>
        <a:lstStyle/>
        <a:p>
          <a:r>
            <a:rPr lang="en-GB" b="1" dirty="0"/>
            <a:t>Data Sources</a:t>
          </a:r>
          <a:endParaRPr lang="en-US" dirty="0"/>
        </a:p>
      </dgm:t>
    </dgm:pt>
    <dgm:pt modelId="{1127108E-B437-43A3-A794-0EEB87699F7B}" type="parTrans" cxnId="{4E7D68DF-400C-4186-839A-802A67F14CE0}">
      <dgm:prSet/>
      <dgm:spPr/>
      <dgm:t>
        <a:bodyPr/>
        <a:lstStyle/>
        <a:p>
          <a:endParaRPr lang="en-US"/>
        </a:p>
      </dgm:t>
    </dgm:pt>
    <dgm:pt modelId="{1DF36ADA-2DF7-4536-9293-4A990FA211EF}" type="sibTrans" cxnId="{4E7D68DF-400C-4186-839A-802A67F14CE0}">
      <dgm:prSet/>
      <dgm:spPr/>
      <dgm:t>
        <a:bodyPr/>
        <a:lstStyle/>
        <a:p>
          <a:endParaRPr lang="en-US"/>
        </a:p>
      </dgm:t>
    </dgm:pt>
    <dgm:pt modelId="{2611C6C4-8A73-487C-B1BB-AC6A2321BBC2}">
      <dgm:prSet/>
      <dgm:spPr/>
      <dgm:t>
        <a:bodyPr/>
        <a:lstStyle/>
        <a:p>
          <a:r>
            <a:rPr lang="en-GB"/>
            <a:t>3 third-party datasets:</a:t>
          </a:r>
          <a:endParaRPr lang="en-US"/>
        </a:p>
      </dgm:t>
    </dgm:pt>
    <dgm:pt modelId="{EA0E52C1-12B8-4974-BC8B-768EFEB600E2}" type="parTrans" cxnId="{12934123-DFBC-4358-BF24-4F3529291D93}">
      <dgm:prSet/>
      <dgm:spPr/>
      <dgm:t>
        <a:bodyPr/>
        <a:lstStyle/>
        <a:p>
          <a:endParaRPr lang="en-US"/>
        </a:p>
      </dgm:t>
    </dgm:pt>
    <dgm:pt modelId="{407FD0EF-9C35-42E8-948A-3436D419E414}" type="sibTrans" cxnId="{12934123-DFBC-4358-BF24-4F3529291D93}">
      <dgm:prSet/>
      <dgm:spPr/>
      <dgm:t>
        <a:bodyPr/>
        <a:lstStyle/>
        <a:p>
          <a:endParaRPr lang="en-US"/>
        </a:p>
      </dgm:t>
    </dgm:pt>
    <dgm:pt modelId="{81578ADD-9539-48E4-AE25-5332889EA17D}">
      <dgm:prSet/>
      <dgm:spPr/>
      <dgm:t>
        <a:bodyPr/>
        <a:lstStyle/>
        <a:p>
          <a:endParaRPr lang="en-US" dirty="0"/>
        </a:p>
      </dgm:t>
    </dgm:pt>
    <dgm:pt modelId="{EBC4867A-EB92-4A1D-9B82-F640BE5096A1}" type="parTrans" cxnId="{CB599025-D204-428C-8260-57B0EACDEC41}">
      <dgm:prSet/>
      <dgm:spPr/>
      <dgm:t>
        <a:bodyPr/>
        <a:lstStyle/>
        <a:p>
          <a:endParaRPr lang="en-US"/>
        </a:p>
      </dgm:t>
    </dgm:pt>
    <dgm:pt modelId="{59E05512-8416-4126-B138-5661C2EA4740}" type="sibTrans" cxnId="{CB599025-D204-428C-8260-57B0EACDEC41}">
      <dgm:prSet/>
      <dgm:spPr/>
      <dgm:t>
        <a:bodyPr/>
        <a:lstStyle/>
        <a:p>
          <a:endParaRPr lang="en-US"/>
        </a:p>
      </dgm:t>
    </dgm:pt>
    <dgm:pt modelId="{D77814B3-BE7D-4D92-ABD7-EEA675BFB0FB}">
      <dgm:prSet/>
      <dgm:spPr/>
      <dgm:t>
        <a:bodyPr/>
        <a:lstStyle/>
        <a:p>
          <a:r>
            <a:rPr lang="en-GB" b="1"/>
            <a:t>Tools</a:t>
          </a:r>
          <a:endParaRPr lang="en-US"/>
        </a:p>
      </dgm:t>
    </dgm:pt>
    <dgm:pt modelId="{270E95CF-9B10-4630-B893-AB9BAAEE5369}" type="parTrans" cxnId="{2D0324AA-5E71-49C4-935A-09AABD61453E}">
      <dgm:prSet/>
      <dgm:spPr/>
      <dgm:t>
        <a:bodyPr/>
        <a:lstStyle/>
        <a:p>
          <a:endParaRPr lang="en-US"/>
        </a:p>
      </dgm:t>
    </dgm:pt>
    <dgm:pt modelId="{FFC72FF3-2C5C-4631-870B-2F7FEE12855E}" type="sibTrans" cxnId="{2D0324AA-5E71-49C4-935A-09AABD61453E}">
      <dgm:prSet/>
      <dgm:spPr/>
      <dgm:t>
        <a:bodyPr/>
        <a:lstStyle/>
        <a:p>
          <a:endParaRPr lang="en-US"/>
        </a:p>
      </dgm:t>
    </dgm:pt>
    <dgm:pt modelId="{F320A140-8CC7-4982-859F-20E306368574}">
      <dgm:prSet/>
      <dgm:spPr/>
      <dgm:t>
        <a:bodyPr/>
        <a:lstStyle/>
        <a:p>
          <a:r>
            <a:rPr lang="en-GB"/>
            <a:t>Excel: cleaning, descriptive analysis</a:t>
          </a:r>
          <a:endParaRPr lang="en-US"/>
        </a:p>
      </dgm:t>
    </dgm:pt>
    <dgm:pt modelId="{E5F7FE49-E2EB-4FCB-8000-F93E3CBE9089}" type="parTrans" cxnId="{FE122FEF-6561-443B-8737-A6F391CA027E}">
      <dgm:prSet/>
      <dgm:spPr/>
      <dgm:t>
        <a:bodyPr/>
        <a:lstStyle/>
        <a:p>
          <a:endParaRPr lang="en-US"/>
        </a:p>
      </dgm:t>
    </dgm:pt>
    <dgm:pt modelId="{F2E4DFE5-6804-4B43-8869-8490BAAF19B7}" type="sibTrans" cxnId="{FE122FEF-6561-443B-8737-A6F391CA027E}">
      <dgm:prSet/>
      <dgm:spPr/>
      <dgm:t>
        <a:bodyPr/>
        <a:lstStyle/>
        <a:p>
          <a:endParaRPr lang="en-US"/>
        </a:p>
      </dgm:t>
    </dgm:pt>
    <dgm:pt modelId="{555E5691-2E98-4695-9D82-ABF4D3ED1F56}">
      <dgm:prSet/>
      <dgm:spPr/>
      <dgm:t>
        <a:bodyPr/>
        <a:lstStyle/>
        <a:p>
          <a:r>
            <a:rPr lang="en-GB"/>
            <a:t>SQL: relational queries</a:t>
          </a:r>
          <a:endParaRPr lang="en-US"/>
        </a:p>
      </dgm:t>
    </dgm:pt>
    <dgm:pt modelId="{F77939B3-5017-4F83-A977-E81B05AAD1DA}" type="parTrans" cxnId="{9A34BD55-5569-4AAD-9FD2-420CCE791903}">
      <dgm:prSet/>
      <dgm:spPr/>
      <dgm:t>
        <a:bodyPr/>
        <a:lstStyle/>
        <a:p>
          <a:endParaRPr lang="en-US"/>
        </a:p>
      </dgm:t>
    </dgm:pt>
    <dgm:pt modelId="{E5A4B7C0-BB3E-4672-A54D-77EAE13C1200}" type="sibTrans" cxnId="{9A34BD55-5569-4AAD-9FD2-420CCE791903}">
      <dgm:prSet/>
      <dgm:spPr/>
      <dgm:t>
        <a:bodyPr/>
        <a:lstStyle/>
        <a:p>
          <a:endParaRPr lang="en-US"/>
        </a:p>
      </dgm:t>
    </dgm:pt>
    <dgm:pt modelId="{D7B5BA81-04FF-43D8-97A0-681555449E7A}">
      <dgm:prSet/>
      <dgm:spPr/>
      <dgm:t>
        <a:bodyPr/>
        <a:lstStyle/>
        <a:p>
          <a:r>
            <a:rPr lang="en-GB"/>
            <a:t>Tableau: visualisation dashboards</a:t>
          </a:r>
          <a:endParaRPr lang="en-US"/>
        </a:p>
      </dgm:t>
    </dgm:pt>
    <dgm:pt modelId="{177D4980-A78E-411C-BA99-7FBB1AE5474D}" type="parTrans" cxnId="{581AAAD9-2204-4E55-A94A-47C30BDE8C44}">
      <dgm:prSet/>
      <dgm:spPr/>
      <dgm:t>
        <a:bodyPr/>
        <a:lstStyle/>
        <a:p>
          <a:endParaRPr lang="en-US"/>
        </a:p>
      </dgm:t>
    </dgm:pt>
    <dgm:pt modelId="{D77552F5-805D-4350-895C-3C67B174F6BB}" type="sibTrans" cxnId="{581AAAD9-2204-4E55-A94A-47C30BDE8C44}">
      <dgm:prSet/>
      <dgm:spPr/>
      <dgm:t>
        <a:bodyPr/>
        <a:lstStyle/>
        <a:p>
          <a:endParaRPr lang="en-US"/>
        </a:p>
      </dgm:t>
    </dgm:pt>
    <dgm:pt modelId="{C5A4F7CB-A09B-4193-8675-C15017E3A206}" type="pres">
      <dgm:prSet presAssocID="{D425969A-F830-46E2-9812-536B052EA0F4}" presName="linear" presStyleCnt="0">
        <dgm:presLayoutVars>
          <dgm:animLvl val="lvl"/>
          <dgm:resizeHandles val="exact"/>
        </dgm:presLayoutVars>
      </dgm:prSet>
      <dgm:spPr/>
    </dgm:pt>
    <dgm:pt modelId="{76D4D5CF-2EB3-4656-832F-905E1DD614DF}" type="pres">
      <dgm:prSet presAssocID="{8054E7FE-6531-4DFC-86DD-7B7065A442F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EA5C730-135F-4582-AE7F-8DE577F42B1C}" type="pres">
      <dgm:prSet presAssocID="{1DF36ADA-2DF7-4536-9293-4A990FA211EF}" presName="spacer" presStyleCnt="0"/>
      <dgm:spPr/>
    </dgm:pt>
    <dgm:pt modelId="{31E7CF71-120C-4416-BF69-44BD413F8309}" type="pres">
      <dgm:prSet presAssocID="{2611C6C4-8A73-487C-B1BB-AC6A2321BBC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076344D-8CC5-4F49-AE15-2C32B04B807A}" type="pres">
      <dgm:prSet presAssocID="{2611C6C4-8A73-487C-B1BB-AC6A2321BBC2}" presName="childText" presStyleLbl="revTx" presStyleIdx="0" presStyleCnt="1">
        <dgm:presLayoutVars>
          <dgm:bulletEnabled val="1"/>
        </dgm:presLayoutVars>
      </dgm:prSet>
      <dgm:spPr/>
    </dgm:pt>
    <dgm:pt modelId="{1756E2F1-C021-49A7-A0F4-E8553D048306}" type="pres">
      <dgm:prSet presAssocID="{D77814B3-BE7D-4D92-ABD7-EEA675BFB0F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A12ECE0-DE68-49A5-B9C8-CC803980852B}" type="pres">
      <dgm:prSet presAssocID="{FFC72FF3-2C5C-4631-870B-2F7FEE12855E}" presName="spacer" presStyleCnt="0"/>
      <dgm:spPr/>
    </dgm:pt>
    <dgm:pt modelId="{0E608990-0AF1-4126-AB07-DAF4620041FF}" type="pres">
      <dgm:prSet presAssocID="{F320A140-8CC7-4982-859F-20E30636857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64307B5-CDB6-4167-971E-6605A62D7B22}" type="pres">
      <dgm:prSet presAssocID="{F2E4DFE5-6804-4B43-8869-8490BAAF19B7}" presName="spacer" presStyleCnt="0"/>
      <dgm:spPr/>
    </dgm:pt>
    <dgm:pt modelId="{A96B3F9D-5E9D-4710-9BF4-421AB33344B4}" type="pres">
      <dgm:prSet presAssocID="{555E5691-2E98-4695-9D82-ABF4D3ED1F5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E3D7EC6-C27C-4857-8B98-6013B550597C}" type="pres">
      <dgm:prSet presAssocID="{E5A4B7C0-BB3E-4672-A54D-77EAE13C1200}" presName="spacer" presStyleCnt="0"/>
      <dgm:spPr/>
    </dgm:pt>
    <dgm:pt modelId="{39E439F2-B2BF-413E-9B83-B5153D438E6C}" type="pres">
      <dgm:prSet presAssocID="{D7B5BA81-04FF-43D8-97A0-681555449E7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D52CD0D-CB65-4397-BF1C-55F08E49C249}" type="presOf" srcId="{D425969A-F830-46E2-9812-536B052EA0F4}" destId="{C5A4F7CB-A09B-4193-8675-C15017E3A206}" srcOrd="0" destOrd="0" presId="urn:microsoft.com/office/officeart/2005/8/layout/vList2"/>
    <dgm:cxn modelId="{12934123-DFBC-4358-BF24-4F3529291D93}" srcId="{D425969A-F830-46E2-9812-536B052EA0F4}" destId="{2611C6C4-8A73-487C-B1BB-AC6A2321BBC2}" srcOrd="1" destOrd="0" parTransId="{EA0E52C1-12B8-4974-BC8B-768EFEB600E2}" sibTransId="{407FD0EF-9C35-42E8-948A-3436D419E414}"/>
    <dgm:cxn modelId="{F4479923-F2B6-4CCE-9A46-4B25339094E9}" type="presOf" srcId="{F320A140-8CC7-4982-859F-20E306368574}" destId="{0E608990-0AF1-4126-AB07-DAF4620041FF}" srcOrd="0" destOrd="0" presId="urn:microsoft.com/office/officeart/2005/8/layout/vList2"/>
    <dgm:cxn modelId="{CB599025-D204-428C-8260-57B0EACDEC41}" srcId="{2611C6C4-8A73-487C-B1BB-AC6A2321BBC2}" destId="{81578ADD-9539-48E4-AE25-5332889EA17D}" srcOrd="0" destOrd="0" parTransId="{EBC4867A-EB92-4A1D-9B82-F640BE5096A1}" sibTransId="{59E05512-8416-4126-B138-5661C2EA4740}"/>
    <dgm:cxn modelId="{106A4E2F-B848-4F73-8D0E-F705E5725F70}" type="presOf" srcId="{8054E7FE-6531-4DFC-86DD-7B7065A442FC}" destId="{76D4D5CF-2EB3-4656-832F-905E1DD614DF}" srcOrd="0" destOrd="0" presId="urn:microsoft.com/office/officeart/2005/8/layout/vList2"/>
    <dgm:cxn modelId="{1FD32C60-5249-444E-9AF7-AA81C76A79B7}" type="presOf" srcId="{D7B5BA81-04FF-43D8-97A0-681555449E7A}" destId="{39E439F2-B2BF-413E-9B83-B5153D438E6C}" srcOrd="0" destOrd="0" presId="urn:microsoft.com/office/officeart/2005/8/layout/vList2"/>
    <dgm:cxn modelId="{E07B7941-A64D-469E-8094-51DA96F208F2}" type="presOf" srcId="{D77814B3-BE7D-4D92-ABD7-EEA675BFB0FB}" destId="{1756E2F1-C021-49A7-A0F4-E8553D048306}" srcOrd="0" destOrd="0" presId="urn:microsoft.com/office/officeart/2005/8/layout/vList2"/>
    <dgm:cxn modelId="{C95B1555-B95F-44C1-8F87-2149BD7903F2}" type="presOf" srcId="{555E5691-2E98-4695-9D82-ABF4D3ED1F56}" destId="{A96B3F9D-5E9D-4710-9BF4-421AB33344B4}" srcOrd="0" destOrd="0" presId="urn:microsoft.com/office/officeart/2005/8/layout/vList2"/>
    <dgm:cxn modelId="{9A34BD55-5569-4AAD-9FD2-420CCE791903}" srcId="{D425969A-F830-46E2-9812-536B052EA0F4}" destId="{555E5691-2E98-4695-9D82-ABF4D3ED1F56}" srcOrd="4" destOrd="0" parTransId="{F77939B3-5017-4F83-A977-E81B05AAD1DA}" sibTransId="{E5A4B7C0-BB3E-4672-A54D-77EAE13C1200}"/>
    <dgm:cxn modelId="{9459D489-091B-4F8E-9F6F-46DFCC97ACAF}" type="presOf" srcId="{2611C6C4-8A73-487C-B1BB-AC6A2321BBC2}" destId="{31E7CF71-120C-4416-BF69-44BD413F8309}" srcOrd="0" destOrd="0" presId="urn:microsoft.com/office/officeart/2005/8/layout/vList2"/>
    <dgm:cxn modelId="{2D0324AA-5E71-49C4-935A-09AABD61453E}" srcId="{D425969A-F830-46E2-9812-536B052EA0F4}" destId="{D77814B3-BE7D-4D92-ABD7-EEA675BFB0FB}" srcOrd="2" destOrd="0" parTransId="{270E95CF-9B10-4630-B893-AB9BAAEE5369}" sibTransId="{FFC72FF3-2C5C-4631-870B-2F7FEE12855E}"/>
    <dgm:cxn modelId="{581AAAD9-2204-4E55-A94A-47C30BDE8C44}" srcId="{D425969A-F830-46E2-9812-536B052EA0F4}" destId="{D7B5BA81-04FF-43D8-97A0-681555449E7A}" srcOrd="5" destOrd="0" parTransId="{177D4980-A78E-411C-BA99-7FBB1AE5474D}" sibTransId="{D77552F5-805D-4350-895C-3C67B174F6BB}"/>
    <dgm:cxn modelId="{4E7D68DF-400C-4186-839A-802A67F14CE0}" srcId="{D425969A-F830-46E2-9812-536B052EA0F4}" destId="{8054E7FE-6531-4DFC-86DD-7B7065A442FC}" srcOrd="0" destOrd="0" parTransId="{1127108E-B437-43A3-A794-0EEB87699F7B}" sibTransId="{1DF36ADA-2DF7-4536-9293-4A990FA211EF}"/>
    <dgm:cxn modelId="{FE122FEF-6561-443B-8737-A6F391CA027E}" srcId="{D425969A-F830-46E2-9812-536B052EA0F4}" destId="{F320A140-8CC7-4982-859F-20E306368574}" srcOrd="3" destOrd="0" parTransId="{E5F7FE49-E2EB-4FCB-8000-F93E3CBE9089}" sibTransId="{F2E4DFE5-6804-4B43-8869-8490BAAF19B7}"/>
    <dgm:cxn modelId="{9C6050EF-AE2B-4C1B-A342-CCC68DD2CBA6}" type="presOf" srcId="{81578ADD-9539-48E4-AE25-5332889EA17D}" destId="{5076344D-8CC5-4F49-AE15-2C32B04B807A}" srcOrd="0" destOrd="0" presId="urn:microsoft.com/office/officeart/2005/8/layout/vList2"/>
    <dgm:cxn modelId="{F4302EFF-763B-4E9C-81A3-4AA10D042E20}" type="presParOf" srcId="{C5A4F7CB-A09B-4193-8675-C15017E3A206}" destId="{76D4D5CF-2EB3-4656-832F-905E1DD614DF}" srcOrd="0" destOrd="0" presId="urn:microsoft.com/office/officeart/2005/8/layout/vList2"/>
    <dgm:cxn modelId="{E3B53F85-7DD9-4CA3-BB09-6A2534E2775B}" type="presParOf" srcId="{C5A4F7CB-A09B-4193-8675-C15017E3A206}" destId="{5EA5C730-135F-4582-AE7F-8DE577F42B1C}" srcOrd="1" destOrd="0" presId="urn:microsoft.com/office/officeart/2005/8/layout/vList2"/>
    <dgm:cxn modelId="{F91D9329-FBE9-4B53-A81B-B5A47B395B22}" type="presParOf" srcId="{C5A4F7CB-A09B-4193-8675-C15017E3A206}" destId="{31E7CF71-120C-4416-BF69-44BD413F8309}" srcOrd="2" destOrd="0" presId="urn:microsoft.com/office/officeart/2005/8/layout/vList2"/>
    <dgm:cxn modelId="{1A1813F0-BAB4-4024-A7E2-B1C3A0136374}" type="presParOf" srcId="{C5A4F7CB-A09B-4193-8675-C15017E3A206}" destId="{5076344D-8CC5-4F49-AE15-2C32B04B807A}" srcOrd="3" destOrd="0" presId="urn:microsoft.com/office/officeart/2005/8/layout/vList2"/>
    <dgm:cxn modelId="{C0E1AE13-3AD9-47BD-A1AB-721D5EBD5719}" type="presParOf" srcId="{C5A4F7CB-A09B-4193-8675-C15017E3A206}" destId="{1756E2F1-C021-49A7-A0F4-E8553D048306}" srcOrd="4" destOrd="0" presId="urn:microsoft.com/office/officeart/2005/8/layout/vList2"/>
    <dgm:cxn modelId="{EAAA5001-A26C-4224-914C-D24CDD45D1A8}" type="presParOf" srcId="{C5A4F7CB-A09B-4193-8675-C15017E3A206}" destId="{2A12ECE0-DE68-49A5-B9C8-CC803980852B}" srcOrd="5" destOrd="0" presId="urn:microsoft.com/office/officeart/2005/8/layout/vList2"/>
    <dgm:cxn modelId="{FB4E49EF-F7D3-46D0-953C-F8C3E42A5826}" type="presParOf" srcId="{C5A4F7CB-A09B-4193-8675-C15017E3A206}" destId="{0E608990-0AF1-4126-AB07-DAF4620041FF}" srcOrd="6" destOrd="0" presId="urn:microsoft.com/office/officeart/2005/8/layout/vList2"/>
    <dgm:cxn modelId="{684B8E7B-9B2E-49B3-AA42-B4A35D3149E6}" type="presParOf" srcId="{C5A4F7CB-A09B-4193-8675-C15017E3A206}" destId="{164307B5-CDB6-4167-971E-6605A62D7B22}" srcOrd="7" destOrd="0" presId="urn:microsoft.com/office/officeart/2005/8/layout/vList2"/>
    <dgm:cxn modelId="{D385CE61-6AF0-458B-92C4-5BFB93F1CFB5}" type="presParOf" srcId="{C5A4F7CB-A09B-4193-8675-C15017E3A206}" destId="{A96B3F9D-5E9D-4710-9BF4-421AB33344B4}" srcOrd="8" destOrd="0" presId="urn:microsoft.com/office/officeart/2005/8/layout/vList2"/>
    <dgm:cxn modelId="{E1C60BEE-10F4-482B-9BED-006D50C494CF}" type="presParOf" srcId="{C5A4F7CB-A09B-4193-8675-C15017E3A206}" destId="{DE3D7EC6-C27C-4857-8B98-6013B550597C}" srcOrd="9" destOrd="0" presId="urn:microsoft.com/office/officeart/2005/8/layout/vList2"/>
    <dgm:cxn modelId="{320F15DC-6BB9-4FC0-93E4-9A71F5D1E75C}" type="presParOf" srcId="{C5A4F7CB-A09B-4193-8675-C15017E3A206}" destId="{39E439F2-B2BF-413E-9B83-B5153D438E6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0FB54F-720F-4D70-AE2D-F4268BBC5C8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115531F-8701-4DB8-9D7D-77B6588BD05E}">
      <dgm:prSet/>
      <dgm:spPr/>
      <dgm:t>
        <a:bodyPr/>
        <a:lstStyle/>
        <a:p>
          <a:r>
            <a:rPr lang="en-US" b="0" i="0" baseline="0"/>
            <a:t>Cross-sectional data limits causality.</a:t>
          </a:r>
          <a:endParaRPr lang="en-US"/>
        </a:p>
      </dgm:t>
    </dgm:pt>
    <dgm:pt modelId="{4113B3A3-307D-4BDA-B412-FC2609962A60}" type="parTrans" cxnId="{B1D3EE8A-A90A-4FD2-B54B-68F739C50541}">
      <dgm:prSet/>
      <dgm:spPr/>
      <dgm:t>
        <a:bodyPr/>
        <a:lstStyle/>
        <a:p>
          <a:endParaRPr lang="en-US"/>
        </a:p>
      </dgm:t>
    </dgm:pt>
    <dgm:pt modelId="{924B9E30-F6AC-4578-AA27-2361B6EDD064}" type="sibTrans" cxnId="{B1D3EE8A-A90A-4FD2-B54B-68F739C50541}">
      <dgm:prSet/>
      <dgm:spPr/>
      <dgm:t>
        <a:bodyPr/>
        <a:lstStyle/>
        <a:p>
          <a:endParaRPr lang="en-US"/>
        </a:p>
      </dgm:t>
    </dgm:pt>
    <dgm:pt modelId="{D49FFD13-EA64-49DD-A4C3-0B296FA5A445}">
      <dgm:prSet/>
      <dgm:spPr/>
      <dgm:t>
        <a:bodyPr/>
        <a:lstStyle/>
        <a:p>
          <a:r>
            <a:rPr lang="en-US" b="0" i="0" baseline="0"/>
            <a:t>Potential self-reporting bias.</a:t>
          </a:r>
          <a:endParaRPr lang="en-US"/>
        </a:p>
      </dgm:t>
    </dgm:pt>
    <dgm:pt modelId="{665E0041-6206-42E4-B6F6-97B332384E18}" type="parTrans" cxnId="{8BA74B72-45BE-4A2F-A0BB-E38E082EC806}">
      <dgm:prSet/>
      <dgm:spPr/>
      <dgm:t>
        <a:bodyPr/>
        <a:lstStyle/>
        <a:p>
          <a:endParaRPr lang="en-US"/>
        </a:p>
      </dgm:t>
    </dgm:pt>
    <dgm:pt modelId="{E4DF7098-CBB6-4F28-B8B0-1408F1C7FFC9}" type="sibTrans" cxnId="{8BA74B72-45BE-4A2F-A0BB-E38E082EC806}">
      <dgm:prSet/>
      <dgm:spPr/>
      <dgm:t>
        <a:bodyPr/>
        <a:lstStyle/>
        <a:p>
          <a:endParaRPr lang="en-US"/>
        </a:p>
      </dgm:t>
    </dgm:pt>
    <dgm:pt modelId="{65261DD4-1FB2-4FA3-A042-8D0D7E17B6A3}">
      <dgm:prSet/>
      <dgm:spPr/>
      <dgm:t>
        <a:bodyPr/>
        <a:lstStyle/>
        <a:p>
          <a:r>
            <a:rPr lang="en-US" b="0" i="0" baseline="0"/>
            <a:t>Limited cultural context.</a:t>
          </a:r>
          <a:endParaRPr lang="en-US"/>
        </a:p>
      </dgm:t>
    </dgm:pt>
    <dgm:pt modelId="{FE965543-BA4E-4A4F-9D56-E38A3F97B577}" type="parTrans" cxnId="{B9068B3E-C784-4C13-92E2-B1347CE1D935}">
      <dgm:prSet/>
      <dgm:spPr/>
      <dgm:t>
        <a:bodyPr/>
        <a:lstStyle/>
        <a:p>
          <a:endParaRPr lang="en-US"/>
        </a:p>
      </dgm:t>
    </dgm:pt>
    <dgm:pt modelId="{80E06728-0C1B-4DB7-97A2-3739CEF3A012}" type="sibTrans" cxnId="{B9068B3E-C784-4C13-92E2-B1347CE1D935}">
      <dgm:prSet/>
      <dgm:spPr/>
      <dgm:t>
        <a:bodyPr/>
        <a:lstStyle/>
        <a:p>
          <a:endParaRPr lang="en-US"/>
        </a:p>
      </dgm:t>
    </dgm:pt>
    <dgm:pt modelId="{5B247482-F15B-4738-8F63-5FCC84D57044}">
      <dgm:prSet/>
      <dgm:spPr/>
      <dgm:t>
        <a:bodyPr/>
        <a:lstStyle/>
        <a:p>
          <a:r>
            <a:rPr lang="en-US" b="0" i="0" baseline="0"/>
            <a:t>Small sample sizes in some demographics.</a:t>
          </a:r>
          <a:endParaRPr lang="en-US"/>
        </a:p>
      </dgm:t>
    </dgm:pt>
    <dgm:pt modelId="{8A54E16D-79B9-49E9-BF3B-8A8F93D91D63}" type="parTrans" cxnId="{A7EE6FC6-82FE-4726-A390-D20B43FABDDB}">
      <dgm:prSet/>
      <dgm:spPr/>
      <dgm:t>
        <a:bodyPr/>
        <a:lstStyle/>
        <a:p>
          <a:endParaRPr lang="en-US"/>
        </a:p>
      </dgm:t>
    </dgm:pt>
    <dgm:pt modelId="{A12B7D1C-A223-4ACA-BC34-3092D7C53499}" type="sibTrans" cxnId="{A7EE6FC6-82FE-4726-A390-D20B43FABDDB}">
      <dgm:prSet/>
      <dgm:spPr/>
      <dgm:t>
        <a:bodyPr/>
        <a:lstStyle/>
        <a:p>
          <a:endParaRPr lang="en-US"/>
        </a:p>
      </dgm:t>
    </dgm:pt>
    <dgm:pt modelId="{9CC1A567-9673-470E-80D7-96287FE5987B}" type="pres">
      <dgm:prSet presAssocID="{400FB54F-720F-4D70-AE2D-F4268BBC5C80}" presName="linear" presStyleCnt="0">
        <dgm:presLayoutVars>
          <dgm:animLvl val="lvl"/>
          <dgm:resizeHandles val="exact"/>
        </dgm:presLayoutVars>
      </dgm:prSet>
      <dgm:spPr/>
    </dgm:pt>
    <dgm:pt modelId="{F08A35A8-3B21-4883-AB08-FBACE16C052E}" type="pres">
      <dgm:prSet presAssocID="{6115531F-8701-4DB8-9D7D-77B6588BD05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34191D3-625B-4EE6-81DE-FF50C6C0649B}" type="pres">
      <dgm:prSet presAssocID="{924B9E30-F6AC-4578-AA27-2361B6EDD064}" presName="spacer" presStyleCnt="0"/>
      <dgm:spPr/>
    </dgm:pt>
    <dgm:pt modelId="{19076232-AE0D-4324-B438-8951481D742B}" type="pres">
      <dgm:prSet presAssocID="{D49FFD13-EA64-49DD-A4C3-0B296FA5A4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BB052D4-C125-4597-A7C2-E1A4927B1589}" type="pres">
      <dgm:prSet presAssocID="{E4DF7098-CBB6-4F28-B8B0-1408F1C7FFC9}" presName="spacer" presStyleCnt="0"/>
      <dgm:spPr/>
    </dgm:pt>
    <dgm:pt modelId="{EFD34D58-B11E-410C-89BB-EFFCD984A745}" type="pres">
      <dgm:prSet presAssocID="{65261DD4-1FB2-4FA3-A042-8D0D7E17B6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3AD416-6C85-4D49-B262-B982A5778FF4}" type="pres">
      <dgm:prSet presAssocID="{80E06728-0C1B-4DB7-97A2-3739CEF3A012}" presName="spacer" presStyleCnt="0"/>
      <dgm:spPr/>
    </dgm:pt>
    <dgm:pt modelId="{A489ABB9-4255-4845-9B7A-4655E1CD8196}" type="pres">
      <dgm:prSet presAssocID="{5B247482-F15B-4738-8F63-5FCC84D5704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B967B10-3344-406F-B796-B6140CC30500}" type="presOf" srcId="{6115531F-8701-4DB8-9D7D-77B6588BD05E}" destId="{F08A35A8-3B21-4883-AB08-FBACE16C052E}" srcOrd="0" destOrd="0" presId="urn:microsoft.com/office/officeart/2005/8/layout/vList2"/>
    <dgm:cxn modelId="{2B6B1224-D284-4EED-96B2-88CC457159EB}" type="presOf" srcId="{5B247482-F15B-4738-8F63-5FCC84D57044}" destId="{A489ABB9-4255-4845-9B7A-4655E1CD8196}" srcOrd="0" destOrd="0" presId="urn:microsoft.com/office/officeart/2005/8/layout/vList2"/>
    <dgm:cxn modelId="{B9068B3E-C784-4C13-92E2-B1347CE1D935}" srcId="{400FB54F-720F-4D70-AE2D-F4268BBC5C80}" destId="{65261DD4-1FB2-4FA3-A042-8D0D7E17B6A3}" srcOrd="2" destOrd="0" parTransId="{FE965543-BA4E-4A4F-9D56-E38A3F97B577}" sibTransId="{80E06728-0C1B-4DB7-97A2-3739CEF3A012}"/>
    <dgm:cxn modelId="{EF429349-88F9-4493-9AC1-72C7FFF380BD}" type="presOf" srcId="{400FB54F-720F-4D70-AE2D-F4268BBC5C80}" destId="{9CC1A567-9673-470E-80D7-96287FE5987B}" srcOrd="0" destOrd="0" presId="urn:microsoft.com/office/officeart/2005/8/layout/vList2"/>
    <dgm:cxn modelId="{8BA74B72-45BE-4A2F-A0BB-E38E082EC806}" srcId="{400FB54F-720F-4D70-AE2D-F4268BBC5C80}" destId="{D49FFD13-EA64-49DD-A4C3-0B296FA5A445}" srcOrd="1" destOrd="0" parTransId="{665E0041-6206-42E4-B6F6-97B332384E18}" sibTransId="{E4DF7098-CBB6-4F28-B8B0-1408F1C7FFC9}"/>
    <dgm:cxn modelId="{B1D3EE8A-A90A-4FD2-B54B-68F739C50541}" srcId="{400FB54F-720F-4D70-AE2D-F4268BBC5C80}" destId="{6115531F-8701-4DB8-9D7D-77B6588BD05E}" srcOrd="0" destOrd="0" parTransId="{4113B3A3-307D-4BDA-B412-FC2609962A60}" sibTransId="{924B9E30-F6AC-4578-AA27-2361B6EDD064}"/>
    <dgm:cxn modelId="{44BF909C-120F-4DFA-A347-B009F2F626CE}" type="presOf" srcId="{D49FFD13-EA64-49DD-A4C3-0B296FA5A445}" destId="{19076232-AE0D-4324-B438-8951481D742B}" srcOrd="0" destOrd="0" presId="urn:microsoft.com/office/officeart/2005/8/layout/vList2"/>
    <dgm:cxn modelId="{A7EE6FC6-82FE-4726-A390-D20B43FABDDB}" srcId="{400FB54F-720F-4D70-AE2D-F4268BBC5C80}" destId="{5B247482-F15B-4738-8F63-5FCC84D57044}" srcOrd="3" destOrd="0" parTransId="{8A54E16D-79B9-49E9-BF3B-8A8F93D91D63}" sibTransId="{A12B7D1C-A223-4ACA-BC34-3092D7C53499}"/>
    <dgm:cxn modelId="{405EA6F8-174A-4F23-90A1-2CDC8196D91B}" type="presOf" srcId="{65261DD4-1FB2-4FA3-A042-8D0D7E17B6A3}" destId="{EFD34D58-B11E-410C-89BB-EFFCD984A745}" srcOrd="0" destOrd="0" presId="urn:microsoft.com/office/officeart/2005/8/layout/vList2"/>
    <dgm:cxn modelId="{840F9B75-7D99-4914-99EE-3EC1060C4A4F}" type="presParOf" srcId="{9CC1A567-9673-470E-80D7-96287FE5987B}" destId="{F08A35A8-3B21-4883-AB08-FBACE16C052E}" srcOrd="0" destOrd="0" presId="urn:microsoft.com/office/officeart/2005/8/layout/vList2"/>
    <dgm:cxn modelId="{BC2DC92C-08C9-425E-A84F-E94C9D4E9302}" type="presParOf" srcId="{9CC1A567-9673-470E-80D7-96287FE5987B}" destId="{334191D3-625B-4EE6-81DE-FF50C6C0649B}" srcOrd="1" destOrd="0" presId="urn:microsoft.com/office/officeart/2005/8/layout/vList2"/>
    <dgm:cxn modelId="{08C90A28-7391-4F60-81A6-04D9D65DF84C}" type="presParOf" srcId="{9CC1A567-9673-470E-80D7-96287FE5987B}" destId="{19076232-AE0D-4324-B438-8951481D742B}" srcOrd="2" destOrd="0" presId="urn:microsoft.com/office/officeart/2005/8/layout/vList2"/>
    <dgm:cxn modelId="{2120C930-0979-4641-9522-38A877811773}" type="presParOf" srcId="{9CC1A567-9673-470E-80D7-96287FE5987B}" destId="{7BB052D4-C125-4597-A7C2-E1A4927B1589}" srcOrd="3" destOrd="0" presId="urn:microsoft.com/office/officeart/2005/8/layout/vList2"/>
    <dgm:cxn modelId="{03B3595A-B8CA-45FE-93A3-7FBAA5721BA8}" type="presParOf" srcId="{9CC1A567-9673-470E-80D7-96287FE5987B}" destId="{EFD34D58-B11E-410C-89BB-EFFCD984A745}" srcOrd="4" destOrd="0" presId="urn:microsoft.com/office/officeart/2005/8/layout/vList2"/>
    <dgm:cxn modelId="{44606882-E654-48AD-8B06-D1D97BBAB01B}" type="presParOf" srcId="{9CC1A567-9673-470E-80D7-96287FE5987B}" destId="{273AD416-6C85-4D49-B262-B982A5778FF4}" srcOrd="5" destOrd="0" presId="urn:microsoft.com/office/officeart/2005/8/layout/vList2"/>
    <dgm:cxn modelId="{C630A18B-8ED1-4F02-9271-0A5C18131345}" type="presParOf" srcId="{9CC1A567-9673-470E-80D7-96287FE5987B}" destId="{A489ABB9-4255-4845-9B7A-4655E1CD819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E317E42-0D5D-4588-8B33-8775FB2F7DB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AB70694-DD04-47E5-B972-8C3E3194FE5C}">
      <dgm:prSet/>
      <dgm:spPr/>
      <dgm:t>
        <a:bodyPr/>
        <a:lstStyle/>
        <a:p>
          <a:r>
            <a:rPr lang="en-US" b="0" i="0" baseline="0" dirty="0"/>
            <a:t>Further studies to assess causal relationships.</a:t>
          </a:r>
          <a:endParaRPr lang="en-US" dirty="0"/>
        </a:p>
      </dgm:t>
    </dgm:pt>
    <dgm:pt modelId="{046B550E-D18F-4DC1-9D4F-7081534E6423}" type="parTrans" cxnId="{7ACCE12F-AC42-4B50-8293-6BF53C43F558}">
      <dgm:prSet/>
      <dgm:spPr/>
      <dgm:t>
        <a:bodyPr/>
        <a:lstStyle/>
        <a:p>
          <a:endParaRPr lang="en-US"/>
        </a:p>
      </dgm:t>
    </dgm:pt>
    <dgm:pt modelId="{D256F646-7C25-41B9-B5D8-4F270603C1D0}" type="sibTrans" cxnId="{7ACCE12F-AC42-4B50-8293-6BF53C43F558}">
      <dgm:prSet/>
      <dgm:spPr/>
      <dgm:t>
        <a:bodyPr/>
        <a:lstStyle/>
        <a:p>
          <a:endParaRPr lang="en-US"/>
        </a:p>
      </dgm:t>
    </dgm:pt>
    <dgm:pt modelId="{F7FEFB74-3A8D-46A7-987D-327F64668D27}">
      <dgm:prSet/>
      <dgm:spPr/>
      <dgm:t>
        <a:bodyPr/>
        <a:lstStyle/>
        <a:p>
          <a:r>
            <a:rPr lang="en-US" b="0" i="0" baseline="0" dirty="0"/>
            <a:t>Objective movement and sleep monitoring.</a:t>
          </a:r>
          <a:endParaRPr lang="en-US" dirty="0"/>
        </a:p>
      </dgm:t>
    </dgm:pt>
    <dgm:pt modelId="{32B35843-7A5D-4274-A661-1FC458CBC43A}" type="parTrans" cxnId="{25DB07C1-89D4-457E-95D3-337033AA5343}">
      <dgm:prSet/>
      <dgm:spPr/>
      <dgm:t>
        <a:bodyPr/>
        <a:lstStyle/>
        <a:p>
          <a:endParaRPr lang="en-US"/>
        </a:p>
      </dgm:t>
    </dgm:pt>
    <dgm:pt modelId="{B74C5DDF-4739-450D-907D-17E1A5669CD9}" type="sibTrans" cxnId="{25DB07C1-89D4-457E-95D3-337033AA5343}">
      <dgm:prSet/>
      <dgm:spPr/>
      <dgm:t>
        <a:bodyPr/>
        <a:lstStyle/>
        <a:p>
          <a:endParaRPr lang="en-US"/>
        </a:p>
      </dgm:t>
    </dgm:pt>
    <dgm:pt modelId="{F8700F6E-656C-4233-9C94-874E0F54AB25}">
      <dgm:prSet/>
      <dgm:spPr/>
      <dgm:t>
        <a:bodyPr/>
        <a:lstStyle/>
        <a:p>
          <a:r>
            <a:rPr lang="en-US" b="0" i="0" baseline="0" dirty="0"/>
            <a:t>Larger and more diverse samples.</a:t>
          </a:r>
          <a:endParaRPr lang="en-US" dirty="0"/>
        </a:p>
      </dgm:t>
    </dgm:pt>
    <dgm:pt modelId="{9574A1C6-2505-4430-92B6-29CB4B71DF4F}" type="parTrans" cxnId="{4AF7174F-576C-4995-94E0-2FAEBE6C6E66}">
      <dgm:prSet/>
      <dgm:spPr/>
      <dgm:t>
        <a:bodyPr/>
        <a:lstStyle/>
        <a:p>
          <a:endParaRPr lang="en-US"/>
        </a:p>
      </dgm:t>
    </dgm:pt>
    <dgm:pt modelId="{3AB54E20-526C-4C3D-99F7-ED13B11FCCBC}" type="sibTrans" cxnId="{4AF7174F-576C-4995-94E0-2FAEBE6C6E66}">
      <dgm:prSet/>
      <dgm:spPr/>
      <dgm:t>
        <a:bodyPr/>
        <a:lstStyle/>
        <a:p>
          <a:endParaRPr lang="en-US"/>
        </a:p>
      </dgm:t>
    </dgm:pt>
    <dgm:pt modelId="{F8B53CA8-B129-4552-B46B-78E8B7539798}">
      <dgm:prSet/>
      <dgm:spPr/>
      <dgm:t>
        <a:bodyPr/>
        <a:lstStyle/>
        <a:p>
          <a:r>
            <a:rPr lang="en-US" b="0" i="0" baseline="0"/>
            <a:t>Development and testing of tailored interventions.</a:t>
          </a:r>
          <a:endParaRPr lang="en-US"/>
        </a:p>
      </dgm:t>
    </dgm:pt>
    <dgm:pt modelId="{EE37F88A-3D9A-4B0A-9FD6-B23C60617690}" type="parTrans" cxnId="{8F51056F-E46D-4E36-BBC7-61EE25F23B67}">
      <dgm:prSet/>
      <dgm:spPr/>
      <dgm:t>
        <a:bodyPr/>
        <a:lstStyle/>
        <a:p>
          <a:endParaRPr lang="en-US"/>
        </a:p>
      </dgm:t>
    </dgm:pt>
    <dgm:pt modelId="{64AE3018-1797-4923-964B-414BC4D04EAE}" type="sibTrans" cxnId="{8F51056F-E46D-4E36-BBC7-61EE25F23B67}">
      <dgm:prSet/>
      <dgm:spPr/>
      <dgm:t>
        <a:bodyPr/>
        <a:lstStyle/>
        <a:p>
          <a:endParaRPr lang="en-US"/>
        </a:p>
      </dgm:t>
    </dgm:pt>
    <dgm:pt modelId="{E889CC00-BF18-4DB3-9C0F-CE62E32FD58C}" type="pres">
      <dgm:prSet presAssocID="{2E317E42-0D5D-4588-8B33-8775FB2F7DBC}" presName="linear" presStyleCnt="0">
        <dgm:presLayoutVars>
          <dgm:animLvl val="lvl"/>
          <dgm:resizeHandles val="exact"/>
        </dgm:presLayoutVars>
      </dgm:prSet>
      <dgm:spPr/>
    </dgm:pt>
    <dgm:pt modelId="{D651A02C-91CC-4E4D-A391-CB7A6B988386}" type="pres">
      <dgm:prSet presAssocID="{EAB70694-DD04-47E5-B972-8C3E3194FE5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E3B4DE-6FFE-4FA9-8ADB-84D90D828028}" type="pres">
      <dgm:prSet presAssocID="{D256F646-7C25-41B9-B5D8-4F270603C1D0}" presName="spacer" presStyleCnt="0"/>
      <dgm:spPr/>
    </dgm:pt>
    <dgm:pt modelId="{6222E9D9-F1BB-4FC1-BC95-D0CC0429489D}" type="pres">
      <dgm:prSet presAssocID="{F7FEFB74-3A8D-46A7-987D-327F64668D2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E92EF90-A54C-4A49-AD92-E50C22F7D66A}" type="pres">
      <dgm:prSet presAssocID="{B74C5DDF-4739-450D-907D-17E1A5669CD9}" presName="spacer" presStyleCnt="0"/>
      <dgm:spPr/>
    </dgm:pt>
    <dgm:pt modelId="{5850B650-1899-4B23-852A-A94492A16F4F}" type="pres">
      <dgm:prSet presAssocID="{F8700F6E-656C-4233-9C94-874E0F54AB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B46E90-C91E-41DA-B947-68DD2515290A}" type="pres">
      <dgm:prSet presAssocID="{3AB54E20-526C-4C3D-99F7-ED13B11FCCBC}" presName="spacer" presStyleCnt="0"/>
      <dgm:spPr/>
    </dgm:pt>
    <dgm:pt modelId="{9C07150B-C912-44CA-962A-463058CFA98E}" type="pres">
      <dgm:prSet presAssocID="{F8B53CA8-B129-4552-B46B-78E8B753979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9E01B18-0458-4E13-9266-7B8EB5FB6464}" type="presOf" srcId="{F7FEFB74-3A8D-46A7-987D-327F64668D27}" destId="{6222E9D9-F1BB-4FC1-BC95-D0CC0429489D}" srcOrd="0" destOrd="0" presId="urn:microsoft.com/office/officeart/2005/8/layout/vList2"/>
    <dgm:cxn modelId="{7ACCE12F-AC42-4B50-8293-6BF53C43F558}" srcId="{2E317E42-0D5D-4588-8B33-8775FB2F7DBC}" destId="{EAB70694-DD04-47E5-B972-8C3E3194FE5C}" srcOrd="0" destOrd="0" parTransId="{046B550E-D18F-4DC1-9D4F-7081534E6423}" sibTransId="{D256F646-7C25-41B9-B5D8-4F270603C1D0}"/>
    <dgm:cxn modelId="{8F51056F-E46D-4E36-BBC7-61EE25F23B67}" srcId="{2E317E42-0D5D-4588-8B33-8775FB2F7DBC}" destId="{F8B53CA8-B129-4552-B46B-78E8B7539798}" srcOrd="3" destOrd="0" parTransId="{EE37F88A-3D9A-4B0A-9FD6-B23C60617690}" sibTransId="{64AE3018-1797-4923-964B-414BC4D04EAE}"/>
    <dgm:cxn modelId="{4AF7174F-576C-4995-94E0-2FAEBE6C6E66}" srcId="{2E317E42-0D5D-4588-8B33-8775FB2F7DBC}" destId="{F8700F6E-656C-4233-9C94-874E0F54AB25}" srcOrd="2" destOrd="0" parTransId="{9574A1C6-2505-4430-92B6-29CB4B71DF4F}" sibTransId="{3AB54E20-526C-4C3D-99F7-ED13B11FCCBC}"/>
    <dgm:cxn modelId="{A20EEB7E-1A13-405F-B37D-4313D4731E36}" type="presOf" srcId="{2E317E42-0D5D-4588-8B33-8775FB2F7DBC}" destId="{E889CC00-BF18-4DB3-9C0F-CE62E32FD58C}" srcOrd="0" destOrd="0" presId="urn:microsoft.com/office/officeart/2005/8/layout/vList2"/>
    <dgm:cxn modelId="{25DB07C1-89D4-457E-95D3-337033AA5343}" srcId="{2E317E42-0D5D-4588-8B33-8775FB2F7DBC}" destId="{F7FEFB74-3A8D-46A7-987D-327F64668D27}" srcOrd="1" destOrd="0" parTransId="{32B35843-7A5D-4274-A661-1FC458CBC43A}" sibTransId="{B74C5DDF-4739-450D-907D-17E1A5669CD9}"/>
    <dgm:cxn modelId="{546A82E6-AFAD-42C7-9701-1FA75C6174B3}" type="presOf" srcId="{F8B53CA8-B129-4552-B46B-78E8B7539798}" destId="{9C07150B-C912-44CA-962A-463058CFA98E}" srcOrd="0" destOrd="0" presId="urn:microsoft.com/office/officeart/2005/8/layout/vList2"/>
    <dgm:cxn modelId="{11420AF3-7102-4687-B521-DBCC78853A76}" type="presOf" srcId="{EAB70694-DD04-47E5-B972-8C3E3194FE5C}" destId="{D651A02C-91CC-4E4D-A391-CB7A6B988386}" srcOrd="0" destOrd="0" presId="urn:microsoft.com/office/officeart/2005/8/layout/vList2"/>
    <dgm:cxn modelId="{A726A6FA-ECA1-4248-A8F3-1A46C458B6B1}" type="presOf" srcId="{F8700F6E-656C-4233-9C94-874E0F54AB25}" destId="{5850B650-1899-4B23-852A-A94492A16F4F}" srcOrd="0" destOrd="0" presId="urn:microsoft.com/office/officeart/2005/8/layout/vList2"/>
    <dgm:cxn modelId="{B5F41481-4C20-4071-95D1-24B3CCC1899D}" type="presParOf" srcId="{E889CC00-BF18-4DB3-9C0F-CE62E32FD58C}" destId="{D651A02C-91CC-4E4D-A391-CB7A6B988386}" srcOrd="0" destOrd="0" presId="urn:microsoft.com/office/officeart/2005/8/layout/vList2"/>
    <dgm:cxn modelId="{D76642A2-FF90-4FC6-8B75-FE4547A78CDB}" type="presParOf" srcId="{E889CC00-BF18-4DB3-9C0F-CE62E32FD58C}" destId="{9CE3B4DE-6FFE-4FA9-8ADB-84D90D828028}" srcOrd="1" destOrd="0" presId="urn:microsoft.com/office/officeart/2005/8/layout/vList2"/>
    <dgm:cxn modelId="{74A22282-70F6-4EFC-9530-A954403EC7F7}" type="presParOf" srcId="{E889CC00-BF18-4DB3-9C0F-CE62E32FD58C}" destId="{6222E9D9-F1BB-4FC1-BC95-D0CC0429489D}" srcOrd="2" destOrd="0" presId="urn:microsoft.com/office/officeart/2005/8/layout/vList2"/>
    <dgm:cxn modelId="{ED45BE5F-45EC-4470-9758-8AED6937D199}" type="presParOf" srcId="{E889CC00-BF18-4DB3-9C0F-CE62E32FD58C}" destId="{CE92EF90-A54C-4A49-AD92-E50C22F7D66A}" srcOrd="3" destOrd="0" presId="urn:microsoft.com/office/officeart/2005/8/layout/vList2"/>
    <dgm:cxn modelId="{38FB020B-9E8F-4A45-9938-9F2F16002CCD}" type="presParOf" srcId="{E889CC00-BF18-4DB3-9C0F-CE62E32FD58C}" destId="{5850B650-1899-4B23-852A-A94492A16F4F}" srcOrd="4" destOrd="0" presId="urn:microsoft.com/office/officeart/2005/8/layout/vList2"/>
    <dgm:cxn modelId="{E3B30E8E-04B8-4287-B3EB-C2113583A15C}" type="presParOf" srcId="{E889CC00-BF18-4DB3-9C0F-CE62E32FD58C}" destId="{8CB46E90-C91E-41DA-B947-68DD2515290A}" srcOrd="5" destOrd="0" presId="urn:microsoft.com/office/officeart/2005/8/layout/vList2"/>
    <dgm:cxn modelId="{5FE153C7-4B8F-4741-8A3E-F5BD8236CF13}" type="presParOf" srcId="{E889CC00-BF18-4DB3-9C0F-CE62E32FD58C}" destId="{9C07150B-C912-44CA-962A-463058CFA98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896FD8C-6461-4B35-BE92-A13B498B140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08FF10-A75E-4BC4-B2B5-B0E699F7658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Gained skills in data processing and visualisation.</a:t>
          </a:r>
          <a:endParaRPr lang="en-US"/>
        </a:p>
      </dgm:t>
    </dgm:pt>
    <dgm:pt modelId="{8B7E9E83-4548-46F3-9440-402764BEFF3E}" type="parTrans" cxnId="{3226771B-678A-4E2C-8B35-A58D7E2F1592}">
      <dgm:prSet/>
      <dgm:spPr/>
      <dgm:t>
        <a:bodyPr/>
        <a:lstStyle/>
        <a:p>
          <a:endParaRPr lang="en-US"/>
        </a:p>
      </dgm:t>
    </dgm:pt>
    <dgm:pt modelId="{74E586E5-2F05-4650-92FA-390F72027801}" type="sibTrans" cxnId="{3226771B-678A-4E2C-8B35-A58D7E2F1592}">
      <dgm:prSet/>
      <dgm:spPr/>
      <dgm:t>
        <a:bodyPr/>
        <a:lstStyle/>
        <a:p>
          <a:endParaRPr lang="en-US"/>
        </a:p>
      </dgm:t>
    </dgm:pt>
    <dgm:pt modelId="{93ABA0D3-6435-4299-B74C-346B783D4C6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Developed understanding of health behaviour analytics.</a:t>
          </a:r>
          <a:endParaRPr lang="en-US"/>
        </a:p>
      </dgm:t>
    </dgm:pt>
    <dgm:pt modelId="{2C17E627-C73D-480A-B404-9B3BC38047AF}" type="parTrans" cxnId="{4002E8DD-A71E-46B8-9D42-E8781D7B33E6}">
      <dgm:prSet/>
      <dgm:spPr/>
      <dgm:t>
        <a:bodyPr/>
        <a:lstStyle/>
        <a:p>
          <a:endParaRPr lang="en-US"/>
        </a:p>
      </dgm:t>
    </dgm:pt>
    <dgm:pt modelId="{1020DC69-3101-4EF8-9D25-1502095881C0}" type="sibTrans" cxnId="{4002E8DD-A71E-46B8-9D42-E8781D7B33E6}">
      <dgm:prSet/>
      <dgm:spPr/>
      <dgm:t>
        <a:bodyPr/>
        <a:lstStyle/>
        <a:p>
          <a:endParaRPr lang="en-US"/>
        </a:p>
      </dgm:t>
    </dgm:pt>
    <dgm:pt modelId="{892CBF3A-DBED-4ECE-BB40-55B99A1EE28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Learned to translate findings into actionable strategies.</a:t>
          </a:r>
          <a:endParaRPr lang="en-US"/>
        </a:p>
      </dgm:t>
    </dgm:pt>
    <dgm:pt modelId="{CDA057D4-816F-4898-B406-7AD0627E4F8B}" type="parTrans" cxnId="{A080B4EC-2E28-476F-8DAE-42589E77B9B4}">
      <dgm:prSet/>
      <dgm:spPr/>
      <dgm:t>
        <a:bodyPr/>
        <a:lstStyle/>
        <a:p>
          <a:endParaRPr lang="en-US"/>
        </a:p>
      </dgm:t>
    </dgm:pt>
    <dgm:pt modelId="{5B16D3DB-8128-44BF-9363-595C73174A9C}" type="sibTrans" cxnId="{A080B4EC-2E28-476F-8DAE-42589E77B9B4}">
      <dgm:prSet/>
      <dgm:spPr/>
      <dgm:t>
        <a:bodyPr/>
        <a:lstStyle/>
        <a:p>
          <a:endParaRPr lang="en-US"/>
        </a:p>
      </dgm:t>
    </dgm:pt>
    <dgm:pt modelId="{31E594D2-BB07-409A-996B-3478B467E21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Enhanced project planning and critical evaluation skills.</a:t>
          </a:r>
          <a:endParaRPr lang="en-US"/>
        </a:p>
      </dgm:t>
    </dgm:pt>
    <dgm:pt modelId="{AA05AC16-A9EE-4937-80AF-BCAAE04A4C6B}" type="parTrans" cxnId="{310B1A0E-34C8-4D04-97A6-E4106274D7C8}">
      <dgm:prSet/>
      <dgm:spPr/>
      <dgm:t>
        <a:bodyPr/>
        <a:lstStyle/>
        <a:p>
          <a:endParaRPr lang="en-US"/>
        </a:p>
      </dgm:t>
    </dgm:pt>
    <dgm:pt modelId="{14A7700D-FF60-40B8-B51E-00FEC7D73FC3}" type="sibTrans" cxnId="{310B1A0E-34C8-4D04-97A6-E4106274D7C8}">
      <dgm:prSet/>
      <dgm:spPr/>
      <dgm:t>
        <a:bodyPr/>
        <a:lstStyle/>
        <a:p>
          <a:endParaRPr lang="en-US"/>
        </a:p>
      </dgm:t>
    </dgm:pt>
    <dgm:pt modelId="{5B77D251-95EB-4AEA-8189-38FC71AD92DA}" type="pres">
      <dgm:prSet presAssocID="{1896FD8C-6461-4B35-BE92-A13B498B1408}" presName="linear" presStyleCnt="0">
        <dgm:presLayoutVars>
          <dgm:animLvl val="lvl"/>
          <dgm:resizeHandles val="exact"/>
        </dgm:presLayoutVars>
      </dgm:prSet>
      <dgm:spPr/>
    </dgm:pt>
    <dgm:pt modelId="{FDB95ADC-B676-4640-9905-C9E89295CE36}" type="pres">
      <dgm:prSet presAssocID="{0F08FF10-A75E-4BC4-B2B5-B0E699F7658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B37F62-C153-4C92-8FEB-8FCA5054D56C}" type="pres">
      <dgm:prSet presAssocID="{74E586E5-2F05-4650-92FA-390F72027801}" presName="spacer" presStyleCnt="0"/>
      <dgm:spPr/>
    </dgm:pt>
    <dgm:pt modelId="{2223F6ED-8EF0-443F-A0F5-463F6790477D}" type="pres">
      <dgm:prSet presAssocID="{93ABA0D3-6435-4299-B74C-346B783D4C6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6703E7-9E70-4EAF-B9F4-F739494ADFBE}" type="pres">
      <dgm:prSet presAssocID="{1020DC69-3101-4EF8-9D25-1502095881C0}" presName="spacer" presStyleCnt="0"/>
      <dgm:spPr/>
    </dgm:pt>
    <dgm:pt modelId="{C854F0CB-566B-4C8C-B4D7-14337033B350}" type="pres">
      <dgm:prSet presAssocID="{892CBF3A-DBED-4ECE-BB40-55B99A1EE28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2C49220-9E8F-401F-BBE9-5FDA27F1D571}" type="pres">
      <dgm:prSet presAssocID="{5B16D3DB-8128-44BF-9363-595C73174A9C}" presName="spacer" presStyleCnt="0"/>
      <dgm:spPr/>
    </dgm:pt>
    <dgm:pt modelId="{B7937906-B401-4322-B670-FEF73862B433}" type="pres">
      <dgm:prSet presAssocID="{31E594D2-BB07-409A-996B-3478B467E21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10B1A0E-34C8-4D04-97A6-E4106274D7C8}" srcId="{1896FD8C-6461-4B35-BE92-A13B498B1408}" destId="{31E594D2-BB07-409A-996B-3478B467E21C}" srcOrd="3" destOrd="0" parTransId="{AA05AC16-A9EE-4937-80AF-BCAAE04A4C6B}" sibTransId="{14A7700D-FF60-40B8-B51E-00FEC7D73FC3}"/>
    <dgm:cxn modelId="{3226771B-678A-4E2C-8B35-A58D7E2F1592}" srcId="{1896FD8C-6461-4B35-BE92-A13B498B1408}" destId="{0F08FF10-A75E-4BC4-B2B5-B0E699F76583}" srcOrd="0" destOrd="0" parTransId="{8B7E9E83-4548-46F3-9440-402764BEFF3E}" sibTransId="{74E586E5-2F05-4650-92FA-390F72027801}"/>
    <dgm:cxn modelId="{B4A42C69-8312-41EE-80B9-C9680726CD64}" type="presOf" srcId="{93ABA0D3-6435-4299-B74C-346B783D4C61}" destId="{2223F6ED-8EF0-443F-A0F5-463F6790477D}" srcOrd="0" destOrd="0" presId="urn:microsoft.com/office/officeart/2005/8/layout/vList2"/>
    <dgm:cxn modelId="{77DF7872-7AAC-4863-B1C2-7E1CA8924787}" type="presOf" srcId="{1896FD8C-6461-4B35-BE92-A13B498B1408}" destId="{5B77D251-95EB-4AEA-8189-38FC71AD92DA}" srcOrd="0" destOrd="0" presId="urn:microsoft.com/office/officeart/2005/8/layout/vList2"/>
    <dgm:cxn modelId="{9E57D256-EC22-4C8F-AA55-99041A52F33E}" type="presOf" srcId="{892CBF3A-DBED-4ECE-BB40-55B99A1EE289}" destId="{C854F0CB-566B-4C8C-B4D7-14337033B350}" srcOrd="0" destOrd="0" presId="urn:microsoft.com/office/officeart/2005/8/layout/vList2"/>
    <dgm:cxn modelId="{25E19DBF-494C-4DD3-B3C4-E54FB986945C}" type="presOf" srcId="{0F08FF10-A75E-4BC4-B2B5-B0E699F76583}" destId="{FDB95ADC-B676-4640-9905-C9E89295CE36}" srcOrd="0" destOrd="0" presId="urn:microsoft.com/office/officeart/2005/8/layout/vList2"/>
    <dgm:cxn modelId="{4002E8DD-A71E-46B8-9D42-E8781D7B33E6}" srcId="{1896FD8C-6461-4B35-BE92-A13B498B1408}" destId="{93ABA0D3-6435-4299-B74C-346B783D4C61}" srcOrd="1" destOrd="0" parTransId="{2C17E627-C73D-480A-B404-9B3BC38047AF}" sibTransId="{1020DC69-3101-4EF8-9D25-1502095881C0}"/>
    <dgm:cxn modelId="{A080B4EC-2E28-476F-8DAE-42589E77B9B4}" srcId="{1896FD8C-6461-4B35-BE92-A13B498B1408}" destId="{892CBF3A-DBED-4ECE-BB40-55B99A1EE289}" srcOrd="2" destOrd="0" parTransId="{CDA057D4-816F-4898-B406-7AD0627E4F8B}" sibTransId="{5B16D3DB-8128-44BF-9363-595C73174A9C}"/>
    <dgm:cxn modelId="{C93568EF-B8CB-4769-B845-4C018091E62A}" type="presOf" srcId="{31E594D2-BB07-409A-996B-3478B467E21C}" destId="{B7937906-B401-4322-B670-FEF73862B433}" srcOrd="0" destOrd="0" presId="urn:microsoft.com/office/officeart/2005/8/layout/vList2"/>
    <dgm:cxn modelId="{F9E999EC-FB37-4B3E-ABC7-32BC1D6D73B0}" type="presParOf" srcId="{5B77D251-95EB-4AEA-8189-38FC71AD92DA}" destId="{FDB95ADC-B676-4640-9905-C9E89295CE36}" srcOrd="0" destOrd="0" presId="urn:microsoft.com/office/officeart/2005/8/layout/vList2"/>
    <dgm:cxn modelId="{5F8E5297-4CDF-4BA2-A7E7-D69AE65744BF}" type="presParOf" srcId="{5B77D251-95EB-4AEA-8189-38FC71AD92DA}" destId="{4BB37F62-C153-4C92-8FEB-8FCA5054D56C}" srcOrd="1" destOrd="0" presId="urn:microsoft.com/office/officeart/2005/8/layout/vList2"/>
    <dgm:cxn modelId="{669A4AB8-9442-4F16-AE2E-B58E3577965C}" type="presParOf" srcId="{5B77D251-95EB-4AEA-8189-38FC71AD92DA}" destId="{2223F6ED-8EF0-443F-A0F5-463F6790477D}" srcOrd="2" destOrd="0" presId="urn:microsoft.com/office/officeart/2005/8/layout/vList2"/>
    <dgm:cxn modelId="{F607EBD5-BCF7-486B-8045-D6EDBB752EA7}" type="presParOf" srcId="{5B77D251-95EB-4AEA-8189-38FC71AD92DA}" destId="{396703E7-9E70-4EAF-B9F4-F739494ADFBE}" srcOrd="3" destOrd="0" presId="urn:microsoft.com/office/officeart/2005/8/layout/vList2"/>
    <dgm:cxn modelId="{34898302-A943-47F4-85BA-606A9D5A0220}" type="presParOf" srcId="{5B77D251-95EB-4AEA-8189-38FC71AD92DA}" destId="{C854F0CB-566B-4C8C-B4D7-14337033B350}" srcOrd="4" destOrd="0" presId="urn:microsoft.com/office/officeart/2005/8/layout/vList2"/>
    <dgm:cxn modelId="{3E546EFC-57CC-4F06-8CA9-3A983B4A57C8}" type="presParOf" srcId="{5B77D251-95EB-4AEA-8189-38FC71AD92DA}" destId="{D2C49220-9E8F-401F-BBE9-5FDA27F1D571}" srcOrd="5" destOrd="0" presId="urn:microsoft.com/office/officeart/2005/8/layout/vList2"/>
    <dgm:cxn modelId="{9C67957D-D819-4588-8A44-76D4BC882338}" type="presParOf" srcId="{5B77D251-95EB-4AEA-8189-38FC71AD92DA}" destId="{B7937906-B401-4322-B670-FEF73862B43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3158F-5317-42A1-9471-8D260A06601A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Sedentary behaviour linked to cardiovascular disease and cancer (Salman, 2019).</a:t>
          </a:r>
          <a:endParaRPr lang="en-US" sz="2500" kern="1200"/>
        </a:p>
      </dsp:txBody>
      <dsp:txXfrm>
        <a:off x="28038" y="28038"/>
        <a:ext cx="7298593" cy="901218"/>
      </dsp:txXfrm>
    </dsp:sp>
    <dsp:sp modelId="{592E5D9B-6CD5-4AC5-B016-AAAFDEC72BDB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Moderate exercise improves sleep quality (Wang, 2019).</a:t>
          </a:r>
          <a:endParaRPr lang="en-US" sz="2500" kern="1200"/>
        </a:p>
      </dsp:txBody>
      <dsp:txXfrm>
        <a:off x="732583" y="1159385"/>
        <a:ext cx="7029617" cy="901218"/>
      </dsp:txXfrm>
    </dsp:sp>
    <dsp:sp modelId="{C894E461-96CD-4D09-84B8-CE6B27E81B60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Device use affects sleep and mood (Wang , 2019).</a:t>
          </a:r>
          <a:endParaRPr lang="en-US" sz="2500" kern="1200" dirty="0"/>
        </a:p>
      </dsp:txBody>
      <dsp:txXfrm>
        <a:off x="1426612" y="2290733"/>
        <a:ext cx="7040133" cy="901218"/>
      </dsp:txXfrm>
    </dsp:sp>
    <dsp:sp modelId="{A52ED083-9824-46EC-ADC7-8D68B8BC9221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Body image and social media can impact mental health (Merino, 2024).</a:t>
          </a:r>
          <a:endParaRPr lang="en-US" sz="2500" kern="1200"/>
        </a:p>
      </dsp:txBody>
      <dsp:txXfrm>
        <a:off x="2131157" y="3422081"/>
        <a:ext cx="7029617" cy="901218"/>
      </dsp:txXfrm>
    </dsp:sp>
    <dsp:sp modelId="{D277A2CC-F289-45D2-BCA6-454F891D31B5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A61D0205-0677-44D4-BE1D-4E029F5129F4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DA924A42-A5F8-4FA0-B609-E199725C7BF5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4D5CF-2EB3-4656-832F-905E1DD614DF}">
      <dsp:nvSpPr>
        <dsp:cNvPr id="0" name=""/>
        <dsp:cNvSpPr/>
      </dsp:nvSpPr>
      <dsp:spPr>
        <a:xfrm>
          <a:off x="0" y="162173"/>
          <a:ext cx="6245265" cy="7370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 dirty="0"/>
            <a:t>Data Sources</a:t>
          </a:r>
          <a:endParaRPr lang="en-US" sz="3000" kern="1200" dirty="0"/>
        </a:p>
      </dsp:txBody>
      <dsp:txXfrm>
        <a:off x="35982" y="198155"/>
        <a:ext cx="6173301" cy="665135"/>
      </dsp:txXfrm>
    </dsp:sp>
    <dsp:sp modelId="{31E7CF71-120C-4416-BF69-44BD413F8309}">
      <dsp:nvSpPr>
        <dsp:cNvPr id="0" name=""/>
        <dsp:cNvSpPr/>
      </dsp:nvSpPr>
      <dsp:spPr>
        <a:xfrm>
          <a:off x="0" y="985673"/>
          <a:ext cx="6245265" cy="737099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3 third-party datasets:</a:t>
          </a:r>
          <a:endParaRPr lang="en-US" sz="3000" kern="1200"/>
        </a:p>
      </dsp:txBody>
      <dsp:txXfrm>
        <a:off x="35982" y="1021655"/>
        <a:ext cx="6173301" cy="665135"/>
      </dsp:txXfrm>
    </dsp:sp>
    <dsp:sp modelId="{5076344D-8CC5-4F49-AE15-2C32B04B807A}">
      <dsp:nvSpPr>
        <dsp:cNvPr id="0" name=""/>
        <dsp:cNvSpPr/>
      </dsp:nvSpPr>
      <dsp:spPr>
        <a:xfrm>
          <a:off x="0" y="1722773"/>
          <a:ext cx="6245265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287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300" kern="1200" dirty="0"/>
        </a:p>
      </dsp:txBody>
      <dsp:txXfrm>
        <a:off x="0" y="1722773"/>
        <a:ext cx="6245265" cy="496800"/>
      </dsp:txXfrm>
    </dsp:sp>
    <dsp:sp modelId="{1756E2F1-C021-49A7-A0F4-E8553D048306}">
      <dsp:nvSpPr>
        <dsp:cNvPr id="0" name=""/>
        <dsp:cNvSpPr/>
      </dsp:nvSpPr>
      <dsp:spPr>
        <a:xfrm>
          <a:off x="0" y="2219573"/>
          <a:ext cx="6245265" cy="737099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/>
            <a:t>Tools</a:t>
          </a:r>
          <a:endParaRPr lang="en-US" sz="3000" kern="1200"/>
        </a:p>
      </dsp:txBody>
      <dsp:txXfrm>
        <a:off x="35982" y="2255555"/>
        <a:ext cx="6173301" cy="665135"/>
      </dsp:txXfrm>
    </dsp:sp>
    <dsp:sp modelId="{0E608990-0AF1-4126-AB07-DAF4620041FF}">
      <dsp:nvSpPr>
        <dsp:cNvPr id="0" name=""/>
        <dsp:cNvSpPr/>
      </dsp:nvSpPr>
      <dsp:spPr>
        <a:xfrm>
          <a:off x="0" y="3043073"/>
          <a:ext cx="6245265" cy="737099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Excel: cleaning, descriptive analysis</a:t>
          </a:r>
          <a:endParaRPr lang="en-US" sz="3000" kern="1200"/>
        </a:p>
      </dsp:txBody>
      <dsp:txXfrm>
        <a:off x="35982" y="3079055"/>
        <a:ext cx="6173301" cy="665135"/>
      </dsp:txXfrm>
    </dsp:sp>
    <dsp:sp modelId="{A96B3F9D-5E9D-4710-9BF4-421AB33344B4}">
      <dsp:nvSpPr>
        <dsp:cNvPr id="0" name=""/>
        <dsp:cNvSpPr/>
      </dsp:nvSpPr>
      <dsp:spPr>
        <a:xfrm>
          <a:off x="0" y="3866573"/>
          <a:ext cx="6245265" cy="737099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SQL: relational queries</a:t>
          </a:r>
          <a:endParaRPr lang="en-US" sz="3000" kern="1200"/>
        </a:p>
      </dsp:txBody>
      <dsp:txXfrm>
        <a:off x="35982" y="3902555"/>
        <a:ext cx="6173301" cy="665135"/>
      </dsp:txXfrm>
    </dsp:sp>
    <dsp:sp modelId="{39E439F2-B2BF-413E-9B83-B5153D438E6C}">
      <dsp:nvSpPr>
        <dsp:cNvPr id="0" name=""/>
        <dsp:cNvSpPr/>
      </dsp:nvSpPr>
      <dsp:spPr>
        <a:xfrm>
          <a:off x="0" y="4690073"/>
          <a:ext cx="6245265" cy="73709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Tableau: visualisation dashboards</a:t>
          </a:r>
          <a:endParaRPr lang="en-US" sz="3000" kern="1200"/>
        </a:p>
      </dsp:txBody>
      <dsp:txXfrm>
        <a:off x="35982" y="4726055"/>
        <a:ext cx="6173301" cy="6651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8A35A8-3B21-4883-AB08-FBACE16C052E}">
      <dsp:nvSpPr>
        <dsp:cNvPr id="0" name=""/>
        <dsp:cNvSpPr/>
      </dsp:nvSpPr>
      <dsp:spPr>
        <a:xfrm>
          <a:off x="0" y="26633"/>
          <a:ext cx="6245265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Cross-sectional data limits causality.</a:t>
          </a:r>
          <a:endParaRPr lang="en-US" sz="3300" kern="1200"/>
        </a:p>
      </dsp:txBody>
      <dsp:txXfrm>
        <a:off x="64083" y="90716"/>
        <a:ext cx="6117099" cy="1184574"/>
      </dsp:txXfrm>
    </dsp:sp>
    <dsp:sp modelId="{19076232-AE0D-4324-B438-8951481D742B}">
      <dsp:nvSpPr>
        <dsp:cNvPr id="0" name=""/>
        <dsp:cNvSpPr/>
      </dsp:nvSpPr>
      <dsp:spPr>
        <a:xfrm>
          <a:off x="0" y="1434413"/>
          <a:ext cx="6245265" cy="131274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Potential self-reporting bias.</a:t>
          </a:r>
          <a:endParaRPr lang="en-US" sz="3300" kern="1200"/>
        </a:p>
      </dsp:txBody>
      <dsp:txXfrm>
        <a:off x="64083" y="1498496"/>
        <a:ext cx="6117099" cy="1184574"/>
      </dsp:txXfrm>
    </dsp:sp>
    <dsp:sp modelId="{EFD34D58-B11E-410C-89BB-EFFCD984A745}">
      <dsp:nvSpPr>
        <dsp:cNvPr id="0" name=""/>
        <dsp:cNvSpPr/>
      </dsp:nvSpPr>
      <dsp:spPr>
        <a:xfrm>
          <a:off x="0" y="2842193"/>
          <a:ext cx="6245265" cy="131274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Limited cultural context.</a:t>
          </a:r>
          <a:endParaRPr lang="en-US" sz="3300" kern="1200"/>
        </a:p>
      </dsp:txBody>
      <dsp:txXfrm>
        <a:off x="64083" y="2906276"/>
        <a:ext cx="6117099" cy="1184574"/>
      </dsp:txXfrm>
    </dsp:sp>
    <dsp:sp modelId="{A489ABB9-4255-4845-9B7A-4655E1CD8196}">
      <dsp:nvSpPr>
        <dsp:cNvPr id="0" name=""/>
        <dsp:cNvSpPr/>
      </dsp:nvSpPr>
      <dsp:spPr>
        <a:xfrm>
          <a:off x="0" y="4249973"/>
          <a:ext cx="6245265" cy="13127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Small sample sizes in some demographics.</a:t>
          </a:r>
          <a:endParaRPr lang="en-US" sz="3300" kern="1200"/>
        </a:p>
      </dsp:txBody>
      <dsp:txXfrm>
        <a:off x="64083" y="4314056"/>
        <a:ext cx="6117099" cy="11845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1A02C-91CC-4E4D-A391-CB7A6B988386}">
      <dsp:nvSpPr>
        <dsp:cNvPr id="0" name=""/>
        <dsp:cNvSpPr/>
      </dsp:nvSpPr>
      <dsp:spPr>
        <a:xfrm>
          <a:off x="0" y="26633"/>
          <a:ext cx="6245265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 dirty="0"/>
            <a:t>Further studies to assess causal relationships.</a:t>
          </a:r>
          <a:endParaRPr lang="en-US" sz="3300" kern="1200" dirty="0"/>
        </a:p>
      </dsp:txBody>
      <dsp:txXfrm>
        <a:off x="64083" y="90716"/>
        <a:ext cx="6117099" cy="1184574"/>
      </dsp:txXfrm>
    </dsp:sp>
    <dsp:sp modelId="{6222E9D9-F1BB-4FC1-BC95-D0CC0429489D}">
      <dsp:nvSpPr>
        <dsp:cNvPr id="0" name=""/>
        <dsp:cNvSpPr/>
      </dsp:nvSpPr>
      <dsp:spPr>
        <a:xfrm>
          <a:off x="0" y="1434413"/>
          <a:ext cx="6245265" cy="131274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 dirty="0"/>
            <a:t>Objective movement and sleep monitoring.</a:t>
          </a:r>
          <a:endParaRPr lang="en-US" sz="3300" kern="1200" dirty="0"/>
        </a:p>
      </dsp:txBody>
      <dsp:txXfrm>
        <a:off x="64083" y="1498496"/>
        <a:ext cx="6117099" cy="1184574"/>
      </dsp:txXfrm>
    </dsp:sp>
    <dsp:sp modelId="{5850B650-1899-4B23-852A-A94492A16F4F}">
      <dsp:nvSpPr>
        <dsp:cNvPr id="0" name=""/>
        <dsp:cNvSpPr/>
      </dsp:nvSpPr>
      <dsp:spPr>
        <a:xfrm>
          <a:off x="0" y="2842193"/>
          <a:ext cx="6245265" cy="131274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 dirty="0"/>
            <a:t>Larger and more diverse samples.</a:t>
          </a:r>
          <a:endParaRPr lang="en-US" sz="3300" kern="1200" dirty="0"/>
        </a:p>
      </dsp:txBody>
      <dsp:txXfrm>
        <a:off x="64083" y="2906276"/>
        <a:ext cx="6117099" cy="1184574"/>
      </dsp:txXfrm>
    </dsp:sp>
    <dsp:sp modelId="{9C07150B-C912-44CA-962A-463058CFA98E}">
      <dsp:nvSpPr>
        <dsp:cNvPr id="0" name=""/>
        <dsp:cNvSpPr/>
      </dsp:nvSpPr>
      <dsp:spPr>
        <a:xfrm>
          <a:off x="0" y="4249973"/>
          <a:ext cx="6245265" cy="13127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Development and testing of tailored interventions.</a:t>
          </a:r>
          <a:endParaRPr lang="en-US" sz="3300" kern="1200"/>
        </a:p>
      </dsp:txBody>
      <dsp:txXfrm>
        <a:off x="64083" y="4314056"/>
        <a:ext cx="6117099" cy="11845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B95ADC-B676-4640-9905-C9E89295CE36}">
      <dsp:nvSpPr>
        <dsp:cNvPr id="0" name=""/>
        <dsp:cNvSpPr/>
      </dsp:nvSpPr>
      <dsp:spPr>
        <a:xfrm>
          <a:off x="0" y="67673"/>
          <a:ext cx="6245265" cy="1298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Gained skills in data processing and visualisation.</a:t>
          </a:r>
          <a:endParaRPr lang="en-US" sz="3000" kern="1200"/>
        </a:p>
      </dsp:txBody>
      <dsp:txXfrm>
        <a:off x="63397" y="131070"/>
        <a:ext cx="6118471" cy="1171906"/>
      </dsp:txXfrm>
    </dsp:sp>
    <dsp:sp modelId="{2223F6ED-8EF0-443F-A0F5-463F6790477D}">
      <dsp:nvSpPr>
        <dsp:cNvPr id="0" name=""/>
        <dsp:cNvSpPr/>
      </dsp:nvSpPr>
      <dsp:spPr>
        <a:xfrm>
          <a:off x="0" y="1452773"/>
          <a:ext cx="6245265" cy="129870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Developed understanding of health behaviour analytics.</a:t>
          </a:r>
          <a:endParaRPr lang="en-US" sz="3000" kern="1200"/>
        </a:p>
      </dsp:txBody>
      <dsp:txXfrm>
        <a:off x="63397" y="1516170"/>
        <a:ext cx="6118471" cy="1171906"/>
      </dsp:txXfrm>
    </dsp:sp>
    <dsp:sp modelId="{C854F0CB-566B-4C8C-B4D7-14337033B350}">
      <dsp:nvSpPr>
        <dsp:cNvPr id="0" name=""/>
        <dsp:cNvSpPr/>
      </dsp:nvSpPr>
      <dsp:spPr>
        <a:xfrm>
          <a:off x="0" y="2837873"/>
          <a:ext cx="6245265" cy="129870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Learned to translate findings into actionable strategies.</a:t>
          </a:r>
          <a:endParaRPr lang="en-US" sz="3000" kern="1200"/>
        </a:p>
      </dsp:txBody>
      <dsp:txXfrm>
        <a:off x="63397" y="2901270"/>
        <a:ext cx="6118471" cy="1171906"/>
      </dsp:txXfrm>
    </dsp:sp>
    <dsp:sp modelId="{B7937906-B401-4322-B670-FEF73862B433}">
      <dsp:nvSpPr>
        <dsp:cNvPr id="0" name=""/>
        <dsp:cNvSpPr/>
      </dsp:nvSpPr>
      <dsp:spPr>
        <a:xfrm>
          <a:off x="0" y="4222973"/>
          <a:ext cx="6245265" cy="12987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Enhanced project planning and critical evaluation skills.</a:t>
          </a:r>
          <a:endParaRPr lang="en-US" sz="3000" kern="1200"/>
        </a:p>
      </dsp:txBody>
      <dsp:txXfrm>
        <a:off x="63397" y="4286370"/>
        <a:ext cx="6118471" cy="1171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629F-9673-B36C-514F-F215B3E99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8A752-EBFD-7AE0-7EB9-0403055B6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E7A73-AA4B-EDEA-6A53-A24FF2BF1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C534-0099-42B6-9DAD-F62B2DA73EF1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2865A-DD23-ECBB-44DE-0FCC90057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B5FE3-6856-6F79-963D-74C35611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A65E-062C-450A-B186-110EC2E8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908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36D37-167D-432A-1005-D035AD676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3AC03-F193-1096-1964-DEF5C94D6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2AA40-5C26-1174-DBCE-635AC8027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C534-0099-42B6-9DAD-F62B2DA73EF1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B7A33-91AD-F2A9-79FC-8E885615F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EB39-AA11-2934-62B7-E532E1113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A65E-062C-450A-B186-110EC2E8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108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2C562-D9B0-E87E-D4B1-96B9083D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5FE4E-89C7-56F0-02A0-63FE25176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CFD45-0825-F16D-D3D3-CCCFE854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C534-0099-42B6-9DAD-F62B2DA73EF1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4F0EE-AF78-A801-ECCB-6E18FFAF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C4146-58DB-BCA7-4F52-05BB15B4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A65E-062C-450A-B186-110EC2E8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657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9882-4189-2EF9-461C-BACC0011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13DF4-438E-4CA4-4546-176DECB1F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17C19-8AF9-2905-1AB4-463C949B7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AFE4A-57FE-8A7A-80C9-AA2E8B6D5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C534-0099-42B6-9DAD-F62B2DA73EF1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B42FB-505F-EBDC-4812-1148A921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34F36-98D8-5172-C1B7-805611FFD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A65E-062C-450A-B186-110EC2E8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60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8604E-306B-6563-E73F-FAD5DEA09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7C188-99C9-D9AC-5611-488BC258B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C4500-CCE2-81CF-D7D4-EBA16680F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EFD10-6072-D2EF-D8F6-D4149B88B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3063A4-E23B-D04D-22AB-6C18CF8E7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B818F4-7FDB-9D81-A6D9-2C238111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C534-0099-42B6-9DAD-F62B2DA73EF1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DFDBE-08AA-6849-6720-5695F80C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B1851-8E31-15F0-DA91-B8CA0280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A65E-062C-450A-B186-110EC2E8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30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CF013-7456-3E15-BC71-76EAA6D91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51666-01CC-6F73-28E2-EE142745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C534-0099-42B6-9DAD-F62B2DA73EF1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77B56-4FA6-C371-E3E3-A3E427E36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49C00-1ADE-2327-8B6F-E9EC71E1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A65E-062C-450A-B186-110EC2E8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927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9DFF59-2444-0FEE-8B2E-6AA76DDFD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C534-0099-42B6-9DAD-F62B2DA73EF1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2E7924-18A8-5262-68CE-46A38DA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BE6A8-7FE0-79BA-B97E-8B86DF7B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A65E-062C-450A-B186-110EC2E8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08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7F640-7272-8FC6-E4CB-51C7F74A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B3675-1CCB-A44C-8F35-7A8671268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2163-AAE3-FD5D-7624-4E1C75689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C600C-1380-E7DC-F0A7-B3DB33334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C534-0099-42B6-9DAD-F62B2DA73EF1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330C0-DE8B-4126-29C8-42B7C9D0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B682F-A36F-3282-7313-E5F8A55F2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A65E-062C-450A-B186-110EC2E8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60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0BEB-CDD3-7981-8054-7EB841E1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0588B5-735A-E974-6EA2-04222C826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4CA41-8115-566F-BED8-8D7305C56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30086-9049-916E-EE46-A614C7A0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C534-0099-42B6-9DAD-F62B2DA73EF1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F9237-D781-780F-DA1C-44ECA0328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1458E-2CB2-2EC3-B130-7968F7650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A65E-062C-450A-B186-110EC2E8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92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011F-A8BA-8D66-3769-E9705311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55CC2-0EFE-5CE7-4240-D7293BB92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52F6B-BBFA-9DF2-B56D-DCC3CF1F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C534-0099-42B6-9DAD-F62B2DA73EF1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BCE4-36D1-48EA-4616-65F5DF7D9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43D8-F1FA-AA90-5A9E-FEF0842A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A65E-062C-450A-B186-110EC2E8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850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2BC91-2239-A8E9-048B-E1279A94A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DF999-B208-3A5F-1399-40D9769E3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73C5A-107E-8B5D-2CD4-CACB75182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C534-0099-42B6-9DAD-F62B2DA73EF1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EF2D5-39F8-4468-0EB3-66D374226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AD02D-CDF1-1826-258F-7AC9EDA0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A65E-062C-450A-B186-110EC2E8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40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8EC8FC-E656-17CC-3AFC-A96D6D81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0D7E7-65D5-CB11-0202-A621883D8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B000B-8D28-550C-B62D-D8DB7F2A01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FC534-0099-42B6-9DAD-F62B2DA73EF1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1D880-DDE2-3CCA-3DB2-BCAF31F2E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C0E5F-EC5F-A23B-E8A5-41179C0D4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EA65E-062C-450A-B186-110EC2E8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992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E8A24-1870-DB24-A831-B9754C3E0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GB" sz="3400" b="1" dirty="0"/>
              <a:t>The Impact of a Sedentary Lifestyle on Health:</a:t>
            </a:r>
            <a:br>
              <a:rPr lang="en-GB" sz="3400" dirty="0"/>
            </a:br>
            <a:r>
              <a:rPr lang="en-GB" sz="3400" b="1" dirty="0"/>
              <a:t>A Data-Driven Approach to Identifying Patterns and Solutions</a:t>
            </a:r>
            <a:br>
              <a:rPr lang="en-GB" sz="3400" dirty="0"/>
            </a:br>
            <a:br>
              <a:rPr lang="en-GB" sz="3400" dirty="0"/>
            </a:br>
            <a:endParaRPr lang="en-GB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79887-36BA-E63E-04A1-D59192C36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GB" sz="1900" b="1" dirty="0"/>
              <a:t>Abdullahi Mohamed</a:t>
            </a:r>
            <a:br>
              <a:rPr lang="en-GB" sz="1900" dirty="0"/>
            </a:br>
            <a:r>
              <a:rPr lang="en-GB" sz="1900" dirty="0"/>
              <a:t>CST4390: Postgraduate Individual Project</a:t>
            </a:r>
          </a:p>
        </p:txBody>
      </p:sp>
      <p:pic>
        <p:nvPicPr>
          <p:cNvPr id="5" name="Picture 4" descr="A picture of an electromagnetic radiation">
            <a:extLst>
              <a:ext uri="{FF2B5EF4-FFF2-40B4-BE49-F238E27FC236}">
                <a16:creationId xmlns:a16="http://schemas.microsoft.com/office/drawing/2014/main" id="{C25122D4-D657-2FD0-EFAE-E8F73DE51C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29" r="20318" b="2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4573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19DEE-A8C8-C2FE-93F3-6EBCB9115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 b="1"/>
              <a:t>Aims and Objectives</a:t>
            </a:r>
            <a:br>
              <a:rPr lang="en-GB" sz="4000" b="1"/>
            </a:br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98048-FF99-9585-81FA-4FA4327E7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 b="1" dirty="0"/>
              <a:t>Aim</a:t>
            </a:r>
            <a:endParaRPr lang="en-GB" sz="1700" dirty="0"/>
          </a:p>
          <a:p>
            <a:r>
              <a:rPr lang="en-GB" sz="1700" dirty="0"/>
              <a:t>Analyse sedentary behaviour patterns across demographics and their impact on health.</a:t>
            </a:r>
          </a:p>
          <a:p>
            <a:pPr marL="0" indent="0">
              <a:buNone/>
            </a:pPr>
            <a:r>
              <a:rPr lang="en-GB" sz="1700" b="1" dirty="0"/>
              <a:t>Objectives</a:t>
            </a:r>
            <a:endParaRPr lang="en-GB" sz="1700" dirty="0"/>
          </a:p>
          <a:p>
            <a:r>
              <a:rPr lang="en-GB" sz="1700" dirty="0"/>
              <a:t>Find associations between sitting time and stress, sleep, and mood.</a:t>
            </a:r>
          </a:p>
          <a:p>
            <a:r>
              <a:rPr lang="en-GB" sz="1700" dirty="0"/>
              <a:t>Evaluate occupational and demographic influences.</a:t>
            </a:r>
          </a:p>
          <a:p>
            <a:r>
              <a:rPr lang="en-GB" sz="1700" dirty="0"/>
              <a:t>Develop data-driven recommendations.</a:t>
            </a:r>
          </a:p>
          <a:p>
            <a:r>
              <a:rPr lang="en-GB" sz="1700" dirty="0"/>
              <a:t>Use of data tools explore to correlations.</a:t>
            </a:r>
          </a:p>
          <a:p>
            <a:endParaRPr lang="en-GB" sz="1700" dirty="0"/>
          </a:p>
        </p:txBody>
      </p:sp>
      <p:pic>
        <p:nvPicPr>
          <p:cNvPr id="5" name="Picture 4" descr="Multi-colored push pins connected by a black wire">
            <a:extLst>
              <a:ext uri="{FF2B5EF4-FFF2-40B4-BE49-F238E27FC236}">
                <a16:creationId xmlns:a16="http://schemas.microsoft.com/office/drawing/2014/main" id="{7BCC2E8C-780F-F9EA-A4D8-4DA25381A1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59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00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18E7D-E3F3-EDA8-9452-F0820F38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801" y="3996742"/>
            <a:ext cx="5132437" cy="2216513"/>
          </a:xfrm>
        </p:spPr>
        <p:txBody>
          <a:bodyPr>
            <a:normAutofit/>
          </a:bodyPr>
          <a:lstStyle/>
          <a:p>
            <a:r>
              <a:rPr lang="en-GB" b="1" dirty="0"/>
              <a:t>Rationale &amp; Context</a:t>
            </a:r>
            <a:br>
              <a:rPr lang="en-GB" b="1" dirty="0"/>
            </a:br>
            <a:endParaRPr lang="en-GB" dirty="0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816ADB-3F97-656E-5E2E-B6DF5CA3D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4" y="1014482"/>
            <a:ext cx="10872172" cy="2337515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88469E0-1F26-6405-86D9-AE9C43EFFF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0835" y="3998019"/>
            <a:ext cx="6382966" cy="221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Sedentary behaviour is a growing public health concern.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COVID-19 increased remote work, reducing incidental movement.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WHO: 1.8 billion adults at risk from inactivity.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Timely need for interventions to reduce health risks.</a:t>
            </a:r>
          </a:p>
        </p:txBody>
      </p:sp>
    </p:spTree>
    <p:extLst>
      <p:ext uri="{BB962C8B-B14F-4D97-AF65-F5344CB8AC3E}">
        <p14:creationId xmlns:p14="http://schemas.microsoft.com/office/powerpoint/2010/main" val="3520364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A41EC9B-0B75-03A0-A129-03368E36224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3476" b="973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7003D-6352-8035-7357-4662558D3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Literature Review</a:t>
            </a:r>
            <a:endParaRPr lang="en-GB" dirty="0"/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AA1A7241-2476-78D5-072C-3944742A2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6671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5633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3BB53-8151-EA7A-1440-7CB62FE1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5600" dirty="0"/>
              <a:t>Methodology Overview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E118071C-69CC-7623-D552-F6C1E711CC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380243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3128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865B4-C0DE-E530-9C37-FAA69FDE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GB" dirty="0"/>
              <a:t> </a:t>
            </a:r>
            <a:r>
              <a:rPr lang="en-GB" b="1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29845-4285-5D61-3C98-C9BFA34C0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985" y="2176739"/>
            <a:ext cx="8454013" cy="1661732"/>
          </a:xfrm>
        </p:spPr>
        <p:txBody>
          <a:bodyPr>
            <a:normAutofit/>
          </a:bodyPr>
          <a:lstStyle/>
          <a:p>
            <a:r>
              <a:rPr lang="en-GB" sz="2000" dirty="0"/>
              <a:t>Positive mood correlates with higher activity and normal BMI.</a:t>
            </a:r>
          </a:p>
          <a:p>
            <a:r>
              <a:rPr lang="en-GB" sz="2000" dirty="0"/>
              <a:t>10+ hour sitting common among desk workers.</a:t>
            </a:r>
          </a:p>
          <a:p>
            <a:r>
              <a:rPr lang="en-GB" sz="2000" dirty="0"/>
              <a:t>Sleep quality improves with more frequent exercise.</a:t>
            </a:r>
          </a:p>
          <a:p>
            <a:r>
              <a:rPr lang="en-GB" sz="2000" dirty="0"/>
              <a:t>Device usage over 6 hours linked to poorer sleep.</a:t>
            </a:r>
          </a:p>
          <a:p>
            <a:endParaRPr lang="en-GB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29972D-85AE-02C5-A94A-23BCFDDA0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294" y="4246764"/>
            <a:ext cx="8553704" cy="1459885"/>
          </a:xfrm>
          <a:prstGeom prst="rect">
            <a:avLst/>
          </a:prstGeom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10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96432-67F3-6BC9-311F-BB7C934F3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GB" b="1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DCA40-710E-CCEA-5F5F-437145ACB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759" y="2330631"/>
            <a:ext cx="5364480" cy="2729050"/>
          </a:xfrm>
        </p:spPr>
        <p:txBody>
          <a:bodyPr>
            <a:normAutofit/>
          </a:bodyPr>
          <a:lstStyle/>
          <a:p>
            <a:r>
              <a:rPr lang="en-GB" sz="2000" dirty="0"/>
              <a:t>Less than 2h device use = excellent sleep.</a:t>
            </a:r>
          </a:p>
          <a:p>
            <a:r>
              <a:rPr lang="en-GB" sz="2000" dirty="0"/>
              <a:t>3+ breaks/day associated with lower anxiety.</a:t>
            </a:r>
          </a:p>
          <a:p>
            <a:r>
              <a:rPr lang="en-GB" sz="2000" dirty="0"/>
              <a:t>Daily steps positively impact mood.</a:t>
            </a:r>
          </a:p>
          <a:p>
            <a:r>
              <a:rPr lang="en-GB" sz="2000" dirty="0"/>
              <a:t>Desk workers highest average BMI.</a:t>
            </a:r>
          </a:p>
          <a:p>
            <a:endParaRPr lang="en-GB" sz="2000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804AAA73-1D90-E18E-3323-979880961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747" y="2184914"/>
            <a:ext cx="3727745" cy="3755915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3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69799-B1C5-2C43-51A7-619F33083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GB" b="1" dirty="0"/>
              <a:t>Further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37845-4936-9C89-DA1A-05E4A6741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122" y="2501031"/>
            <a:ext cx="4958966" cy="3917773"/>
          </a:xfrm>
        </p:spPr>
        <p:txBody>
          <a:bodyPr>
            <a:normAutofit/>
          </a:bodyPr>
          <a:lstStyle/>
          <a:p>
            <a:r>
              <a:rPr lang="en-GB" sz="2000" dirty="0"/>
              <a:t>Visual patterns of sedentary time by occupation.</a:t>
            </a:r>
          </a:p>
          <a:p>
            <a:r>
              <a:rPr lang="en-GB" sz="2000" dirty="0"/>
              <a:t>Sleep quality improves with 10,000 steps.</a:t>
            </a:r>
          </a:p>
          <a:p>
            <a:r>
              <a:rPr lang="en-GB" sz="2000" dirty="0"/>
              <a:t>Device usage and sedentary behaviour closely linked.</a:t>
            </a:r>
          </a:p>
          <a:p>
            <a:r>
              <a:rPr lang="en-GB" sz="2000" dirty="0"/>
              <a:t>BMI correlated with mood and exercise frequency.</a:t>
            </a:r>
          </a:p>
          <a:p>
            <a:endParaRPr lang="en-GB" sz="2000" dirty="0"/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85F5F3A1-EFC8-F499-09B0-62207C06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871731"/>
            <a:ext cx="4788505" cy="2382281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88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06044-00FA-341A-B353-4D94C423A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GB" b="1" dirty="0"/>
              <a:t>Recommendations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CB45-9BC6-A0F6-559D-7C3920FAF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700" b="1"/>
              <a:t>For Young Adults</a:t>
            </a:r>
            <a:endParaRPr lang="en-GB" sz="1700"/>
          </a:p>
          <a:p>
            <a:r>
              <a:rPr lang="en-GB" sz="1700"/>
              <a:t>Active learning spaces, screen time education.</a:t>
            </a:r>
          </a:p>
          <a:p>
            <a:pPr marL="0" indent="0">
              <a:buNone/>
            </a:pPr>
            <a:r>
              <a:rPr lang="en-GB" sz="1700" b="1"/>
              <a:t>For Working Adults</a:t>
            </a:r>
            <a:endParaRPr lang="en-GB" sz="1700"/>
          </a:p>
          <a:p>
            <a:r>
              <a:rPr lang="en-GB" sz="1700"/>
              <a:t>Mandatory movement breaks, active commuting incentives.</a:t>
            </a:r>
          </a:p>
          <a:p>
            <a:pPr marL="0" indent="0">
              <a:buNone/>
            </a:pPr>
            <a:r>
              <a:rPr lang="en-GB" sz="1700" b="1"/>
              <a:t>For Older Adults</a:t>
            </a:r>
            <a:endParaRPr lang="en-GB" sz="1700"/>
          </a:p>
          <a:p>
            <a:r>
              <a:rPr lang="en-GB" sz="1700"/>
              <a:t>Seated exercise programs, technology-assisted reminders.</a:t>
            </a:r>
          </a:p>
          <a:p>
            <a:pPr marL="0" indent="0">
              <a:buNone/>
            </a:pPr>
            <a:r>
              <a:rPr lang="en-GB" sz="1700" b="1"/>
              <a:t>Cross-Demographic</a:t>
            </a:r>
            <a:endParaRPr lang="en-GB" sz="1700"/>
          </a:p>
          <a:p>
            <a:r>
              <a:rPr lang="en-GB" sz="1700"/>
              <a:t>Family-based challenges, sleep-activity tracking</a:t>
            </a:r>
          </a:p>
          <a:p>
            <a:pPr marL="0" indent="0">
              <a:buNone/>
            </a:pPr>
            <a:endParaRPr lang="en-GB" sz="17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24A518-06FC-FAC6-65CF-959BBF80F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550036"/>
            <a:ext cx="4958966" cy="2584264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55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0ED1D-0D67-8AE7-01CF-3611CAB77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6200"/>
              <a:t>Limitations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Rectangle 1">
            <a:extLst>
              <a:ext uri="{FF2B5EF4-FFF2-40B4-BE49-F238E27FC236}">
                <a16:creationId xmlns:a16="http://schemas.microsoft.com/office/drawing/2014/main" id="{111D1FB7-895E-E6D8-6DF4-090B4D42E4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939484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2059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4DE1BD-F5D3-48FA-5DEE-2184E03DB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8000"/>
              <a:t>Future Work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4A6FAB84-D066-163A-0D1B-8AC48FDB68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03585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9158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FC620-3565-3B9C-B04B-313DAAE89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135" y="1070800"/>
            <a:ext cx="3913633" cy="5583126"/>
          </a:xfrm>
        </p:spPr>
        <p:txBody>
          <a:bodyPr>
            <a:normAutofit/>
          </a:bodyPr>
          <a:lstStyle/>
          <a:p>
            <a:pPr algn="r"/>
            <a:r>
              <a:rPr lang="en-GB" sz="6200" b="1" dirty="0"/>
              <a:t>Reflection and Learning</a:t>
            </a:r>
            <a:endParaRPr lang="en-GB" sz="62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A65BCB-3950-1D43-FF99-93679B0F6C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83610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134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4771B-2292-1C15-3277-70237F6C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pic>
        <p:nvPicPr>
          <p:cNvPr id="24" name="Graphic 23" descr="Help">
            <a:extLst>
              <a:ext uri="{FF2B5EF4-FFF2-40B4-BE49-F238E27FC236}">
                <a16:creationId xmlns:a16="http://schemas.microsoft.com/office/drawing/2014/main" id="{3445046A-F801-C58B-DB1B-8A444E939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25" name="Graphic 24" descr="Help">
            <a:extLst>
              <a:ext uri="{FF2B5EF4-FFF2-40B4-BE49-F238E27FC236}">
                <a16:creationId xmlns:a16="http://schemas.microsoft.com/office/drawing/2014/main" id="{4161EE70-CB52-4F57-884C-DAB3B8BFC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48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420</Words>
  <Application>Microsoft Office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The Impact of a Sedentary Lifestyle on Health: A Data-Driven Approach to Identifying Patterns and Solutions  </vt:lpstr>
      <vt:lpstr>Aims and Objectives </vt:lpstr>
      <vt:lpstr>Rationale &amp; Context </vt:lpstr>
      <vt:lpstr>Literature Review</vt:lpstr>
      <vt:lpstr>Methodology Overview</vt:lpstr>
      <vt:lpstr> Key Findings</vt:lpstr>
      <vt:lpstr>Analysis</vt:lpstr>
      <vt:lpstr>Further Insights</vt:lpstr>
      <vt:lpstr>Recommendations </vt:lpstr>
      <vt:lpstr>Limitations</vt:lpstr>
      <vt:lpstr>Future Work</vt:lpstr>
      <vt:lpstr>Reflection and Learning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Abdullahi A Mohamed</dc:creator>
  <cp:lastModifiedBy>Abdullahi A Mohamed</cp:lastModifiedBy>
  <cp:revision>1</cp:revision>
  <dcterms:created xsi:type="dcterms:W3CDTF">2025-06-28T07:09:15Z</dcterms:created>
  <dcterms:modified xsi:type="dcterms:W3CDTF">2025-09-18T07:51:45Z</dcterms:modified>
</cp:coreProperties>
</file>